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notesMasterIdLst>
    <p:notesMasterId r:id="rId17"/>
  </p:notesMasterIdLst>
  <p:sldIdLst>
    <p:sldId id="256" r:id="rId2"/>
    <p:sldId id="286" r:id="rId3"/>
    <p:sldId id="287" r:id="rId4"/>
    <p:sldId id="270" r:id="rId5"/>
    <p:sldId id="290" r:id="rId6"/>
    <p:sldId id="288" r:id="rId7"/>
    <p:sldId id="289" r:id="rId8"/>
    <p:sldId id="291" r:id="rId9"/>
    <p:sldId id="292" r:id="rId10"/>
    <p:sldId id="294" r:id="rId11"/>
    <p:sldId id="297" r:id="rId12"/>
    <p:sldId id="295" r:id="rId13"/>
    <p:sldId id="296" r:id="rId14"/>
    <p:sldId id="298" r:id="rId15"/>
    <p:sldId id="27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490"/>
    <p:restoredTop sz="94730"/>
  </p:normalViewPr>
  <p:slideViewPr>
    <p:cSldViewPr snapToGrid="0">
      <p:cViewPr varScale="1">
        <p:scale>
          <a:sx n="109" d="100"/>
          <a:sy n="109" d="100"/>
        </p:scale>
        <p:origin x="208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B524B84-76A5-E74A-96BA-B2CACE41E58E}" type="doc">
      <dgm:prSet loTypeId="urn:microsoft.com/office/officeart/2005/8/layout/pyramid3" loCatId="" qsTypeId="urn:microsoft.com/office/officeart/2005/8/quickstyle/simple1" qsCatId="simple" csTypeId="urn:microsoft.com/office/officeart/2005/8/colors/accent6_3" csCatId="accent6" phldr="1"/>
      <dgm:spPr/>
    </dgm:pt>
    <dgm:pt modelId="{8A9E2EDF-0E0F-A44D-BC72-BF3303A87B32}">
      <dgm:prSet phldrT="[Text]" custT="1"/>
      <dgm:spPr/>
      <dgm:t>
        <a:bodyPr/>
        <a:lstStyle/>
        <a:p>
          <a:r>
            <a:rPr lang="en-US" sz="3200" dirty="0">
              <a:latin typeface="Cambria Math" panose="02040503050406030204" pitchFamily="18" charset="0"/>
              <a:ea typeface="Cambria Math" panose="02040503050406030204" pitchFamily="18" charset="0"/>
            </a:rPr>
            <a:t>Distance &amp; Angle</a:t>
          </a:r>
        </a:p>
      </dgm:t>
    </dgm:pt>
    <dgm:pt modelId="{0B92E7CD-478E-7B4B-A885-F560218709F9}" type="parTrans" cxnId="{03F57C12-2D18-F04A-8A15-8C51B12F6290}">
      <dgm:prSet/>
      <dgm:spPr/>
      <dgm:t>
        <a:bodyPr/>
        <a:lstStyle/>
        <a:p>
          <a:endParaRPr lang="en-US" sz="3200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4546A215-F9A4-624C-824A-E83CF0E3077C}" type="sibTrans" cxnId="{03F57C12-2D18-F04A-8A15-8C51B12F6290}">
      <dgm:prSet/>
      <dgm:spPr/>
      <dgm:t>
        <a:bodyPr/>
        <a:lstStyle/>
        <a:p>
          <a:endParaRPr lang="en-US" sz="3200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94CAEA1A-FCD9-BC40-A197-D88084ED0C4F}">
      <dgm:prSet phldrT="[Text]" custT="1"/>
      <dgm:spPr/>
      <dgm:t>
        <a:bodyPr/>
        <a:lstStyle/>
        <a:p>
          <a:r>
            <a:rPr lang="en-US" sz="3200" dirty="0">
              <a:latin typeface="Cambria Math" panose="02040503050406030204" pitchFamily="18" charset="0"/>
              <a:ea typeface="Cambria Math" panose="02040503050406030204" pitchFamily="18" charset="0"/>
            </a:rPr>
            <a:t>Strength</a:t>
          </a:r>
        </a:p>
      </dgm:t>
    </dgm:pt>
    <dgm:pt modelId="{19034449-5B26-2845-B737-6BECDE559338}" type="parTrans" cxnId="{B1FA62EF-936F-974A-9360-B98BFA31BCEF}">
      <dgm:prSet/>
      <dgm:spPr/>
      <dgm:t>
        <a:bodyPr/>
        <a:lstStyle/>
        <a:p>
          <a:endParaRPr lang="en-US" sz="3200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CCCF3AEA-9808-774F-AFDC-ADDD4FC5300C}" type="sibTrans" cxnId="{B1FA62EF-936F-974A-9360-B98BFA31BCEF}">
      <dgm:prSet/>
      <dgm:spPr/>
      <dgm:t>
        <a:bodyPr/>
        <a:lstStyle/>
        <a:p>
          <a:endParaRPr lang="en-US" sz="3200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1D4B7B41-7BF5-8D49-9B8F-F405C49B4CC0}">
      <dgm:prSet phldrT="[Text]" custT="1"/>
      <dgm:spPr/>
      <dgm:t>
        <a:bodyPr/>
        <a:lstStyle/>
        <a:p>
          <a:r>
            <a:rPr lang="en-US" sz="3200" dirty="0">
              <a:latin typeface="Cambria Math" panose="02040503050406030204" pitchFamily="18" charset="0"/>
              <a:ea typeface="Cambria Math" panose="02040503050406030204" pitchFamily="18" charset="0"/>
            </a:rPr>
            <a:t>Flow</a:t>
          </a:r>
          <a:endParaRPr lang="en-US" sz="1600" dirty="0">
            <a:latin typeface="Cambria Math" panose="02040503050406030204" pitchFamily="18" charset="0"/>
            <a:ea typeface="Cambria Math" panose="02040503050406030204" pitchFamily="18" charset="0"/>
          </a:endParaRPr>
        </a:p>
        <a:p>
          <a:endParaRPr lang="en-US" sz="1600" dirty="0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48AF4FCB-3117-FD4F-94B4-67B6469CDCFE}" type="parTrans" cxnId="{AA97CE44-BD7E-574A-98FA-869D053A7D67}">
      <dgm:prSet/>
      <dgm:spPr/>
      <dgm:t>
        <a:bodyPr/>
        <a:lstStyle/>
        <a:p>
          <a:endParaRPr lang="en-US" sz="3200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27441308-AC56-1A4E-9BD9-365FEDDA1970}" type="sibTrans" cxnId="{AA97CE44-BD7E-574A-98FA-869D053A7D67}">
      <dgm:prSet/>
      <dgm:spPr/>
      <dgm:t>
        <a:bodyPr/>
        <a:lstStyle/>
        <a:p>
          <a:endParaRPr lang="en-US" sz="3200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0F2F0C4A-EA26-D149-A878-371DC3F901D6}" type="pres">
      <dgm:prSet presAssocID="{AB524B84-76A5-E74A-96BA-B2CACE41E58E}" presName="Name0" presStyleCnt="0">
        <dgm:presLayoutVars>
          <dgm:dir/>
          <dgm:animLvl val="lvl"/>
          <dgm:resizeHandles val="exact"/>
        </dgm:presLayoutVars>
      </dgm:prSet>
      <dgm:spPr/>
    </dgm:pt>
    <dgm:pt modelId="{4B46EC2F-A11B-0449-A049-05408CA7CE30}" type="pres">
      <dgm:prSet presAssocID="{8A9E2EDF-0E0F-A44D-BC72-BF3303A87B32}" presName="Name8" presStyleCnt="0"/>
      <dgm:spPr/>
    </dgm:pt>
    <dgm:pt modelId="{6EEC33DD-CFD0-CC4F-AA89-6D451C4BABC1}" type="pres">
      <dgm:prSet presAssocID="{8A9E2EDF-0E0F-A44D-BC72-BF3303A87B32}" presName="level" presStyleLbl="node1" presStyleIdx="0" presStyleCnt="3">
        <dgm:presLayoutVars>
          <dgm:chMax val="1"/>
          <dgm:bulletEnabled val="1"/>
        </dgm:presLayoutVars>
      </dgm:prSet>
      <dgm:spPr/>
    </dgm:pt>
    <dgm:pt modelId="{63A2C6B7-1295-144F-8B72-01528B06A8C0}" type="pres">
      <dgm:prSet presAssocID="{8A9E2EDF-0E0F-A44D-BC72-BF3303A87B32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CBA7236-2D7F-2843-A5D4-7A1653F0052B}" type="pres">
      <dgm:prSet presAssocID="{94CAEA1A-FCD9-BC40-A197-D88084ED0C4F}" presName="Name8" presStyleCnt="0"/>
      <dgm:spPr/>
    </dgm:pt>
    <dgm:pt modelId="{E18DA5C5-C9E8-5C4D-9457-E75006E21CFA}" type="pres">
      <dgm:prSet presAssocID="{94CAEA1A-FCD9-BC40-A197-D88084ED0C4F}" presName="level" presStyleLbl="node1" presStyleIdx="1" presStyleCnt="3">
        <dgm:presLayoutVars>
          <dgm:chMax val="1"/>
          <dgm:bulletEnabled val="1"/>
        </dgm:presLayoutVars>
      </dgm:prSet>
      <dgm:spPr/>
    </dgm:pt>
    <dgm:pt modelId="{F848F9FF-1956-BF44-BFAE-1D441418A1F3}" type="pres">
      <dgm:prSet presAssocID="{94CAEA1A-FCD9-BC40-A197-D88084ED0C4F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CAE9270-A58F-3443-95D0-4F20340AD373}" type="pres">
      <dgm:prSet presAssocID="{1D4B7B41-7BF5-8D49-9B8F-F405C49B4CC0}" presName="Name8" presStyleCnt="0"/>
      <dgm:spPr/>
    </dgm:pt>
    <dgm:pt modelId="{4E8203A0-F54C-2E4C-B02D-B6AE0C7D38B5}" type="pres">
      <dgm:prSet presAssocID="{1D4B7B41-7BF5-8D49-9B8F-F405C49B4CC0}" presName="level" presStyleLbl="node1" presStyleIdx="2" presStyleCnt="3">
        <dgm:presLayoutVars>
          <dgm:chMax val="1"/>
          <dgm:bulletEnabled val="1"/>
        </dgm:presLayoutVars>
      </dgm:prSet>
      <dgm:spPr/>
    </dgm:pt>
    <dgm:pt modelId="{4EF5EA88-8E2B-2B4C-8B4B-B30545318279}" type="pres">
      <dgm:prSet presAssocID="{1D4B7B41-7BF5-8D49-9B8F-F405C49B4CC0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DE984902-451A-644A-877E-EF6D5CBF6519}" type="presOf" srcId="{8A9E2EDF-0E0F-A44D-BC72-BF3303A87B32}" destId="{63A2C6B7-1295-144F-8B72-01528B06A8C0}" srcOrd="1" destOrd="0" presId="urn:microsoft.com/office/officeart/2005/8/layout/pyramid3"/>
    <dgm:cxn modelId="{03F57C12-2D18-F04A-8A15-8C51B12F6290}" srcId="{AB524B84-76A5-E74A-96BA-B2CACE41E58E}" destId="{8A9E2EDF-0E0F-A44D-BC72-BF3303A87B32}" srcOrd="0" destOrd="0" parTransId="{0B92E7CD-478E-7B4B-A885-F560218709F9}" sibTransId="{4546A215-F9A4-624C-824A-E83CF0E3077C}"/>
    <dgm:cxn modelId="{B7552B30-CAA1-0F45-B0A5-CAA7933543F4}" type="presOf" srcId="{1D4B7B41-7BF5-8D49-9B8F-F405C49B4CC0}" destId="{4EF5EA88-8E2B-2B4C-8B4B-B30545318279}" srcOrd="1" destOrd="0" presId="urn:microsoft.com/office/officeart/2005/8/layout/pyramid3"/>
    <dgm:cxn modelId="{AA97CE44-BD7E-574A-98FA-869D053A7D67}" srcId="{AB524B84-76A5-E74A-96BA-B2CACE41E58E}" destId="{1D4B7B41-7BF5-8D49-9B8F-F405C49B4CC0}" srcOrd="2" destOrd="0" parTransId="{48AF4FCB-3117-FD4F-94B4-67B6469CDCFE}" sibTransId="{27441308-AC56-1A4E-9BD9-365FEDDA1970}"/>
    <dgm:cxn modelId="{CBDB5153-73B5-4D45-A276-57B17C99AAEB}" type="presOf" srcId="{8A9E2EDF-0E0F-A44D-BC72-BF3303A87B32}" destId="{6EEC33DD-CFD0-CC4F-AA89-6D451C4BABC1}" srcOrd="0" destOrd="0" presId="urn:microsoft.com/office/officeart/2005/8/layout/pyramid3"/>
    <dgm:cxn modelId="{A67E1CA2-1748-BC44-9120-3122DA6491E7}" type="presOf" srcId="{94CAEA1A-FCD9-BC40-A197-D88084ED0C4F}" destId="{E18DA5C5-C9E8-5C4D-9457-E75006E21CFA}" srcOrd="0" destOrd="0" presId="urn:microsoft.com/office/officeart/2005/8/layout/pyramid3"/>
    <dgm:cxn modelId="{4258F8A4-2305-D44C-9DC0-8AB06F814616}" type="presOf" srcId="{1D4B7B41-7BF5-8D49-9B8F-F405C49B4CC0}" destId="{4E8203A0-F54C-2E4C-B02D-B6AE0C7D38B5}" srcOrd="0" destOrd="0" presId="urn:microsoft.com/office/officeart/2005/8/layout/pyramid3"/>
    <dgm:cxn modelId="{963BB5B7-766B-0B41-8734-38C154928DB9}" type="presOf" srcId="{AB524B84-76A5-E74A-96BA-B2CACE41E58E}" destId="{0F2F0C4A-EA26-D149-A878-371DC3F901D6}" srcOrd="0" destOrd="0" presId="urn:microsoft.com/office/officeart/2005/8/layout/pyramid3"/>
    <dgm:cxn modelId="{05CD6ACA-EDA0-734E-98EE-57F2A0B48B11}" type="presOf" srcId="{94CAEA1A-FCD9-BC40-A197-D88084ED0C4F}" destId="{F848F9FF-1956-BF44-BFAE-1D441418A1F3}" srcOrd="1" destOrd="0" presId="urn:microsoft.com/office/officeart/2005/8/layout/pyramid3"/>
    <dgm:cxn modelId="{B1FA62EF-936F-974A-9360-B98BFA31BCEF}" srcId="{AB524B84-76A5-E74A-96BA-B2CACE41E58E}" destId="{94CAEA1A-FCD9-BC40-A197-D88084ED0C4F}" srcOrd="1" destOrd="0" parTransId="{19034449-5B26-2845-B737-6BECDE559338}" sibTransId="{CCCF3AEA-9808-774F-AFDC-ADDD4FC5300C}"/>
    <dgm:cxn modelId="{4AAAAB82-868D-0A4C-B147-FDEA03753A8D}" type="presParOf" srcId="{0F2F0C4A-EA26-D149-A878-371DC3F901D6}" destId="{4B46EC2F-A11B-0449-A049-05408CA7CE30}" srcOrd="0" destOrd="0" presId="urn:microsoft.com/office/officeart/2005/8/layout/pyramid3"/>
    <dgm:cxn modelId="{AE70D52A-2066-104F-A363-EA2734E2DBCC}" type="presParOf" srcId="{4B46EC2F-A11B-0449-A049-05408CA7CE30}" destId="{6EEC33DD-CFD0-CC4F-AA89-6D451C4BABC1}" srcOrd="0" destOrd="0" presId="urn:microsoft.com/office/officeart/2005/8/layout/pyramid3"/>
    <dgm:cxn modelId="{4D22F5F3-07DD-924A-ADE0-8E71B21A2103}" type="presParOf" srcId="{4B46EC2F-A11B-0449-A049-05408CA7CE30}" destId="{63A2C6B7-1295-144F-8B72-01528B06A8C0}" srcOrd="1" destOrd="0" presId="urn:microsoft.com/office/officeart/2005/8/layout/pyramid3"/>
    <dgm:cxn modelId="{E37C2ABF-12E5-EE47-88C7-32B7EB0EF796}" type="presParOf" srcId="{0F2F0C4A-EA26-D149-A878-371DC3F901D6}" destId="{2CBA7236-2D7F-2843-A5D4-7A1653F0052B}" srcOrd="1" destOrd="0" presId="urn:microsoft.com/office/officeart/2005/8/layout/pyramid3"/>
    <dgm:cxn modelId="{E998DA56-C8D9-884B-8B59-B3195F0D4961}" type="presParOf" srcId="{2CBA7236-2D7F-2843-A5D4-7A1653F0052B}" destId="{E18DA5C5-C9E8-5C4D-9457-E75006E21CFA}" srcOrd="0" destOrd="0" presId="urn:microsoft.com/office/officeart/2005/8/layout/pyramid3"/>
    <dgm:cxn modelId="{7D7A6D74-68BE-E941-B155-EEA799392A0B}" type="presParOf" srcId="{2CBA7236-2D7F-2843-A5D4-7A1653F0052B}" destId="{F848F9FF-1956-BF44-BFAE-1D441418A1F3}" srcOrd="1" destOrd="0" presId="urn:microsoft.com/office/officeart/2005/8/layout/pyramid3"/>
    <dgm:cxn modelId="{008E8201-F475-9746-B067-5E2E966786A1}" type="presParOf" srcId="{0F2F0C4A-EA26-D149-A878-371DC3F901D6}" destId="{FCAE9270-A58F-3443-95D0-4F20340AD373}" srcOrd="2" destOrd="0" presId="urn:microsoft.com/office/officeart/2005/8/layout/pyramid3"/>
    <dgm:cxn modelId="{F0F6D00F-C09E-6748-BB7E-354AEE3AE589}" type="presParOf" srcId="{FCAE9270-A58F-3443-95D0-4F20340AD373}" destId="{4E8203A0-F54C-2E4C-B02D-B6AE0C7D38B5}" srcOrd="0" destOrd="0" presId="urn:microsoft.com/office/officeart/2005/8/layout/pyramid3"/>
    <dgm:cxn modelId="{FDBFFC44-F5ED-D244-88E8-36BE9AFD4DED}" type="presParOf" srcId="{FCAE9270-A58F-3443-95D0-4F20340AD373}" destId="{4EF5EA88-8E2B-2B4C-8B4B-B30545318279}" srcOrd="1" destOrd="0" presId="urn:microsoft.com/office/officeart/2005/8/layout/pyramid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C6EED42-3AB8-7048-AB40-CBF6B15E2313}" type="doc">
      <dgm:prSet loTypeId="urn:microsoft.com/office/officeart/2009/3/layout/RandomtoResultProcess" loCatId="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117AB773-561C-6D49-AE52-F2B1ED939D28}">
      <dgm:prSet phldrT="[Text]"/>
      <dgm:spPr/>
      <dgm:t>
        <a:bodyPr/>
        <a:lstStyle/>
        <a:p>
          <a:r>
            <a:rPr lang="en-US" dirty="0">
              <a:latin typeface="Cambria Math" panose="02040503050406030204" pitchFamily="18" charset="0"/>
              <a:ea typeface="Cambria Math" panose="02040503050406030204" pitchFamily="18" charset="0"/>
            </a:rPr>
            <a:t>Context</a:t>
          </a:r>
        </a:p>
      </dgm:t>
    </dgm:pt>
    <dgm:pt modelId="{96562C20-6810-FF42-B67A-C99DCD5350CA}" type="parTrans" cxnId="{86F32542-F12A-1B41-AEC9-F713FAF96C6B}">
      <dgm:prSet/>
      <dgm:spPr/>
      <dgm:t>
        <a:bodyPr/>
        <a:lstStyle/>
        <a:p>
          <a:endParaRPr lang="en-US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0292FC6E-6E79-FC46-B7CC-5E278454334A}" type="sibTrans" cxnId="{86F32542-F12A-1B41-AEC9-F713FAF96C6B}">
      <dgm:prSet/>
      <dgm:spPr/>
      <dgm:t>
        <a:bodyPr/>
        <a:lstStyle/>
        <a:p>
          <a:endParaRPr lang="en-US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BCA4BDC0-203C-9944-9B80-F781424B96C5}">
      <dgm:prSet phldrT="[Text]"/>
      <dgm:spPr/>
      <dgm:t>
        <a:bodyPr/>
        <a:lstStyle/>
        <a:p>
          <a:r>
            <a:rPr lang="en-US" dirty="0">
              <a:latin typeface="Cambria Math" panose="02040503050406030204" pitchFamily="18" charset="0"/>
              <a:ea typeface="Cambria Math" panose="02040503050406030204" pitchFamily="18" charset="0"/>
            </a:rPr>
            <a:t>Shot</a:t>
          </a:r>
        </a:p>
      </dgm:t>
    </dgm:pt>
    <dgm:pt modelId="{38E86EE2-D8C6-F746-B7B0-DCA7AE925DEE}" type="parTrans" cxnId="{14971066-B1B2-9F4D-B337-99AD4C1E19C9}">
      <dgm:prSet/>
      <dgm:spPr/>
      <dgm:t>
        <a:bodyPr/>
        <a:lstStyle/>
        <a:p>
          <a:endParaRPr lang="en-US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A44BD87B-8D82-FB4E-817D-9DD72BC41108}" type="sibTrans" cxnId="{14971066-B1B2-9F4D-B337-99AD4C1E19C9}">
      <dgm:prSet/>
      <dgm:spPr/>
      <dgm:t>
        <a:bodyPr/>
        <a:lstStyle/>
        <a:p>
          <a:endParaRPr lang="en-US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C6BEE00A-27ED-A645-978D-4AA03563D360}">
      <dgm:prSet phldrT="[Text]"/>
      <dgm:spPr/>
      <dgm:t>
        <a:bodyPr/>
        <a:lstStyle/>
        <a:p>
          <a:r>
            <a:rPr lang="en-US" dirty="0">
              <a:latin typeface="Cambria Math" panose="02040503050406030204" pitchFamily="18" charset="0"/>
              <a:ea typeface="Cambria Math" panose="02040503050406030204" pitchFamily="18" charset="0"/>
            </a:rPr>
            <a:t>%</a:t>
          </a:r>
        </a:p>
      </dgm:t>
    </dgm:pt>
    <dgm:pt modelId="{FA1CA399-2E43-C440-A821-97B13332748C}" type="parTrans" cxnId="{2FDEA882-00EF-C046-B2B1-C6B51A98D5E2}">
      <dgm:prSet/>
      <dgm:spPr/>
      <dgm:t>
        <a:bodyPr/>
        <a:lstStyle/>
        <a:p>
          <a:endParaRPr lang="en-US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B856BE15-A669-E743-AD9E-61C8E7DF3E73}" type="sibTrans" cxnId="{2FDEA882-00EF-C046-B2B1-C6B51A98D5E2}">
      <dgm:prSet/>
      <dgm:spPr/>
      <dgm:t>
        <a:bodyPr/>
        <a:lstStyle/>
        <a:p>
          <a:endParaRPr lang="en-US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FA1E797B-BB1C-A74F-921F-7C377CA6978A}">
      <dgm:prSet phldrT="[Text]"/>
      <dgm:spPr/>
      <dgm:t>
        <a:bodyPr/>
        <a:lstStyle/>
        <a:p>
          <a:r>
            <a:rPr lang="en-US" dirty="0">
              <a:latin typeface="Cambria Math" panose="02040503050406030204" pitchFamily="18" charset="0"/>
              <a:ea typeface="Cambria Math" panose="02040503050406030204" pitchFamily="18" charset="0"/>
            </a:rPr>
            <a:t>Likelihood of Goal</a:t>
          </a:r>
        </a:p>
      </dgm:t>
    </dgm:pt>
    <dgm:pt modelId="{8924F929-CB11-9447-A268-6AAE7F5CBF93}" type="parTrans" cxnId="{6DE4CBF6-FADB-8E42-BFF6-C6F0794D894E}">
      <dgm:prSet/>
      <dgm:spPr/>
      <dgm:t>
        <a:bodyPr/>
        <a:lstStyle/>
        <a:p>
          <a:endParaRPr lang="en-US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ABB55C9D-3BEB-6149-9DF2-5F1F08F31CE0}" type="sibTrans" cxnId="{6DE4CBF6-FADB-8E42-BFF6-C6F0794D894E}">
      <dgm:prSet/>
      <dgm:spPr/>
      <dgm:t>
        <a:bodyPr/>
        <a:lstStyle/>
        <a:p>
          <a:endParaRPr lang="en-US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7C72893F-61D6-634B-9E8D-7CC20CFB533D}" type="pres">
      <dgm:prSet presAssocID="{1C6EED42-3AB8-7048-AB40-CBF6B15E2313}" presName="Name0" presStyleCnt="0">
        <dgm:presLayoutVars>
          <dgm:dir/>
          <dgm:animOne val="branch"/>
          <dgm:animLvl val="lvl"/>
        </dgm:presLayoutVars>
      </dgm:prSet>
      <dgm:spPr/>
    </dgm:pt>
    <dgm:pt modelId="{C6897B6C-38BF-4B44-90AE-D5FCD52DD69C}" type="pres">
      <dgm:prSet presAssocID="{117AB773-561C-6D49-AE52-F2B1ED939D28}" presName="chaos" presStyleCnt="0"/>
      <dgm:spPr/>
    </dgm:pt>
    <dgm:pt modelId="{EF8F7767-9D76-D74C-B4F6-8367B67C5655}" type="pres">
      <dgm:prSet presAssocID="{117AB773-561C-6D49-AE52-F2B1ED939D28}" presName="parTx1" presStyleLbl="revTx" presStyleIdx="0" presStyleCnt="3"/>
      <dgm:spPr/>
    </dgm:pt>
    <dgm:pt modelId="{816F293A-A91C-8F40-8AB3-BAB2B30A3AE4}" type="pres">
      <dgm:prSet presAssocID="{117AB773-561C-6D49-AE52-F2B1ED939D28}" presName="desTx1" presStyleLbl="revTx" presStyleIdx="1" presStyleCnt="3">
        <dgm:presLayoutVars>
          <dgm:bulletEnabled val="1"/>
        </dgm:presLayoutVars>
      </dgm:prSet>
      <dgm:spPr/>
    </dgm:pt>
    <dgm:pt modelId="{D273B04F-4B46-3F45-B196-399E9316C74C}" type="pres">
      <dgm:prSet presAssocID="{117AB773-561C-6D49-AE52-F2B1ED939D28}" presName="c1" presStyleLbl="node1" presStyleIdx="0" presStyleCnt="19"/>
      <dgm:spPr/>
    </dgm:pt>
    <dgm:pt modelId="{ED5861DB-A2F3-014C-99A6-7ADB24A4EEA9}" type="pres">
      <dgm:prSet presAssocID="{117AB773-561C-6D49-AE52-F2B1ED939D28}" presName="c2" presStyleLbl="node1" presStyleIdx="1" presStyleCnt="19"/>
      <dgm:spPr/>
    </dgm:pt>
    <dgm:pt modelId="{CEEC4ECD-CA97-CE4F-9B0E-2608A3B4EBF7}" type="pres">
      <dgm:prSet presAssocID="{117AB773-561C-6D49-AE52-F2B1ED939D28}" presName="c3" presStyleLbl="node1" presStyleIdx="2" presStyleCnt="19"/>
      <dgm:spPr/>
    </dgm:pt>
    <dgm:pt modelId="{EE0637ED-0FB0-844C-98EB-F1EC151239E0}" type="pres">
      <dgm:prSet presAssocID="{117AB773-561C-6D49-AE52-F2B1ED939D28}" presName="c4" presStyleLbl="node1" presStyleIdx="3" presStyleCnt="19"/>
      <dgm:spPr/>
    </dgm:pt>
    <dgm:pt modelId="{E677570C-DFA6-DF47-833A-A123419F060A}" type="pres">
      <dgm:prSet presAssocID="{117AB773-561C-6D49-AE52-F2B1ED939D28}" presName="c5" presStyleLbl="node1" presStyleIdx="4" presStyleCnt="19"/>
      <dgm:spPr/>
    </dgm:pt>
    <dgm:pt modelId="{90AEC7C6-A444-FC48-868B-04538DAC6B66}" type="pres">
      <dgm:prSet presAssocID="{117AB773-561C-6D49-AE52-F2B1ED939D28}" presName="c6" presStyleLbl="node1" presStyleIdx="5" presStyleCnt="19"/>
      <dgm:spPr/>
    </dgm:pt>
    <dgm:pt modelId="{648B19A6-A1FF-D84F-96E5-D83AB4D04F96}" type="pres">
      <dgm:prSet presAssocID="{117AB773-561C-6D49-AE52-F2B1ED939D28}" presName="c7" presStyleLbl="node1" presStyleIdx="6" presStyleCnt="19"/>
      <dgm:spPr/>
    </dgm:pt>
    <dgm:pt modelId="{86940903-73D3-5D4D-B244-B3E609770595}" type="pres">
      <dgm:prSet presAssocID="{117AB773-561C-6D49-AE52-F2B1ED939D28}" presName="c8" presStyleLbl="node1" presStyleIdx="7" presStyleCnt="19"/>
      <dgm:spPr/>
    </dgm:pt>
    <dgm:pt modelId="{BF0CAA55-6F47-2944-AE9E-44C8F091E207}" type="pres">
      <dgm:prSet presAssocID="{117AB773-561C-6D49-AE52-F2B1ED939D28}" presName="c9" presStyleLbl="node1" presStyleIdx="8" presStyleCnt="19"/>
      <dgm:spPr/>
    </dgm:pt>
    <dgm:pt modelId="{A254EC75-EC1B-2649-8141-3397814E38B7}" type="pres">
      <dgm:prSet presAssocID="{117AB773-561C-6D49-AE52-F2B1ED939D28}" presName="c10" presStyleLbl="node1" presStyleIdx="9" presStyleCnt="19"/>
      <dgm:spPr/>
    </dgm:pt>
    <dgm:pt modelId="{36BB0473-AD50-6546-A1F7-A0245C2B2794}" type="pres">
      <dgm:prSet presAssocID="{117AB773-561C-6D49-AE52-F2B1ED939D28}" presName="c11" presStyleLbl="node1" presStyleIdx="10" presStyleCnt="19"/>
      <dgm:spPr/>
    </dgm:pt>
    <dgm:pt modelId="{2A1DBABE-4333-1E40-BB33-2E894C3C3266}" type="pres">
      <dgm:prSet presAssocID="{117AB773-561C-6D49-AE52-F2B1ED939D28}" presName="c12" presStyleLbl="node1" presStyleIdx="11" presStyleCnt="19"/>
      <dgm:spPr/>
    </dgm:pt>
    <dgm:pt modelId="{8EB7DD12-1515-B54A-838B-303DFF6D47B6}" type="pres">
      <dgm:prSet presAssocID="{117AB773-561C-6D49-AE52-F2B1ED939D28}" presName="c13" presStyleLbl="node1" presStyleIdx="12" presStyleCnt="19"/>
      <dgm:spPr/>
    </dgm:pt>
    <dgm:pt modelId="{A8E30413-9F84-3F4B-9A12-D2E0C905468A}" type="pres">
      <dgm:prSet presAssocID="{117AB773-561C-6D49-AE52-F2B1ED939D28}" presName="c14" presStyleLbl="node1" presStyleIdx="13" presStyleCnt="19"/>
      <dgm:spPr/>
    </dgm:pt>
    <dgm:pt modelId="{450BBD78-3592-A84C-A0BF-A1188DACE844}" type="pres">
      <dgm:prSet presAssocID="{117AB773-561C-6D49-AE52-F2B1ED939D28}" presName="c15" presStyleLbl="node1" presStyleIdx="14" presStyleCnt="19"/>
      <dgm:spPr/>
    </dgm:pt>
    <dgm:pt modelId="{AE76768D-DAAF-AA48-B6A0-232B793B70B4}" type="pres">
      <dgm:prSet presAssocID="{117AB773-561C-6D49-AE52-F2B1ED939D28}" presName="c16" presStyleLbl="node1" presStyleIdx="15" presStyleCnt="19"/>
      <dgm:spPr/>
    </dgm:pt>
    <dgm:pt modelId="{2B2F3D60-CDD6-654D-A4BC-D812CFD4663A}" type="pres">
      <dgm:prSet presAssocID="{117AB773-561C-6D49-AE52-F2B1ED939D28}" presName="c17" presStyleLbl="node1" presStyleIdx="16" presStyleCnt="19"/>
      <dgm:spPr/>
    </dgm:pt>
    <dgm:pt modelId="{ABBFA759-A705-CF4C-81DE-23BF15D05E53}" type="pres">
      <dgm:prSet presAssocID="{117AB773-561C-6D49-AE52-F2B1ED939D28}" presName="c18" presStyleLbl="node1" presStyleIdx="17" presStyleCnt="19"/>
      <dgm:spPr/>
    </dgm:pt>
    <dgm:pt modelId="{06B6AA72-A60C-1E44-8DD4-56AB8DA74453}" type="pres">
      <dgm:prSet presAssocID="{0292FC6E-6E79-FC46-B7CC-5E278454334A}" presName="chevronComposite1" presStyleCnt="0"/>
      <dgm:spPr/>
    </dgm:pt>
    <dgm:pt modelId="{B24811DC-D83C-B74A-8E51-477B16C3EE70}" type="pres">
      <dgm:prSet presAssocID="{0292FC6E-6E79-FC46-B7CC-5E278454334A}" presName="chevron1" presStyleLbl="sibTrans2D1" presStyleIdx="0" presStyleCnt="2"/>
      <dgm:spPr/>
    </dgm:pt>
    <dgm:pt modelId="{CF3C7360-29AB-2842-9CCB-6E1D897E2BB3}" type="pres">
      <dgm:prSet presAssocID="{0292FC6E-6E79-FC46-B7CC-5E278454334A}" presName="spChevron1" presStyleCnt="0"/>
      <dgm:spPr/>
    </dgm:pt>
    <dgm:pt modelId="{C17E54C3-4035-174A-B05E-A3906D68C9CE}" type="pres">
      <dgm:prSet presAssocID="{0292FC6E-6E79-FC46-B7CC-5E278454334A}" presName="overlap" presStyleCnt="0"/>
      <dgm:spPr/>
    </dgm:pt>
    <dgm:pt modelId="{F5012118-1287-4048-9310-C338E4E8D1F3}" type="pres">
      <dgm:prSet presAssocID="{0292FC6E-6E79-FC46-B7CC-5E278454334A}" presName="chevronComposite2" presStyleCnt="0"/>
      <dgm:spPr/>
    </dgm:pt>
    <dgm:pt modelId="{6A0B8183-0D2F-DF44-8D00-C27AC5D0D8D3}" type="pres">
      <dgm:prSet presAssocID="{0292FC6E-6E79-FC46-B7CC-5E278454334A}" presName="chevron2" presStyleLbl="sibTrans2D1" presStyleIdx="1" presStyleCnt="2"/>
      <dgm:spPr/>
    </dgm:pt>
    <dgm:pt modelId="{259EE4D6-49E9-1B47-8502-02BC58A73E90}" type="pres">
      <dgm:prSet presAssocID="{0292FC6E-6E79-FC46-B7CC-5E278454334A}" presName="spChevron2" presStyleCnt="0"/>
      <dgm:spPr/>
    </dgm:pt>
    <dgm:pt modelId="{042C01F1-7CDA-E944-999C-5F9C91DE00F3}" type="pres">
      <dgm:prSet presAssocID="{C6BEE00A-27ED-A645-978D-4AA03563D360}" presName="last" presStyleCnt="0"/>
      <dgm:spPr/>
    </dgm:pt>
    <dgm:pt modelId="{4DAA0BBE-BCFA-D44F-90FB-476AADBE5AA9}" type="pres">
      <dgm:prSet presAssocID="{C6BEE00A-27ED-A645-978D-4AA03563D360}" presName="circleTx" presStyleLbl="node1" presStyleIdx="18" presStyleCnt="19"/>
      <dgm:spPr/>
    </dgm:pt>
    <dgm:pt modelId="{4EBC0328-9BF7-B64D-B47A-287C092CFA26}" type="pres">
      <dgm:prSet presAssocID="{C6BEE00A-27ED-A645-978D-4AA03563D360}" presName="desTxN" presStyleLbl="revTx" presStyleIdx="2" presStyleCnt="3">
        <dgm:presLayoutVars>
          <dgm:bulletEnabled val="1"/>
        </dgm:presLayoutVars>
      </dgm:prSet>
      <dgm:spPr/>
    </dgm:pt>
    <dgm:pt modelId="{E509D727-574F-D342-9CCF-6E0150983EF7}" type="pres">
      <dgm:prSet presAssocID="{C6BEE00A-27ED-A645-978D-4AA03563D360}" presName="spN" presStyleCnt="0"/>
      <dgm:spPr/>
    </dgm:pt>
  </dgm:ptLst>
  <dgm:cxnLst>
    <dgm:cxn modelId="{7069FF10-DB25-0E45-B284-75E2C85AB3C3}" type="presOf" srcId="{BCA4BDC0-203C-9944-9B80-F781424B96C5}" destId="{816F293A-A91C-8F40-8AB3-BAB2B30A3AE4}" srcOrd="0" destOrd="0" presId="urn:microsoft.com/office/officeart/2009/3/layout/RandomtoResultProcess"/>
    <dgm:cxn modelId="{3D2D133B-40EE-C347-A9E3-B112244F5474}" type="presOf" srcId="{1C6EED42-3AB8-7048-AB40-CBF6B15E2313}" destId="{7C72893F-61D6-634B-9E8D-7CC20CFB533D}" srcOrd="0" destOrd="0" presId="urn:microsoft.com/office/officeart/2009/3/layout/RandomtoResultProcess"/>
    <dgm:cxn modelId="{86F32542-F12A-1B41-AEC9-F713FAF96C6B}" srcId="{1C6EED42-3AB8-7048-AB40-CBF6B15E2313}" destId="{117AB773-561C-6D49-AE52-F2B1ED939D28}" srcOrd="0" destOrd="0" parTransId="{96562C20-6810-FF42-B67A-C99DCD5350CA}" sibTransId="{0292FC6E-6E79-FC46-B7CC-5E278454334A}"/>
    <dgm:cxn modelId="{19DE9442-633D-8245-BB25-3DB709BEF5E4}" type="presOf" srcId="{FA1E797B-BB1C-A74F-921F-7C377CA6978A}" destId="{4EBC0328-9BF7-B64D-B47A-287C092CFA26}" srcOrd="0" destOrd="0" presId="urn:microsoft.com/office/officeart/2009/3/layout/RandomtoResultProcess"/>
    <dgm:cxn modelId="{14971066-B1B2-9F4D-B337-99AD4C1E19C9}" srcId="{117AB773-561C-6D49-AE52-F2B1ED939D28}" destId="{BCA4BDC0-203C-9944-9B80-F781424B96C5}" srcOrd="0" destOrd="0" parTransId="{38E86EE2-D8C6-F746-B7B0-DCA7AE925DEE}" sibTransId="{A44BD87B-8D82-FB4E-817D-9DD72BC41108}"/>
    <dgm:cxn modelId="{CAEBE173-B460-4944-A3AA-E09F182407D3}" type="presOf" srcId="{C6BEE00A-27ED-A645-978D-4AA03563D360}" destId="{4DAA0BBE-BCFA-D44F-90FB-476AADBE5AA9}" srcOrd="0" destOrd="0" presId="urn:microsoft.com/office/officeart/2009/3/layout/RandomtoResultProcess"/>
    <dgm:cxn modelId="{2FDEA882-00EF-C046-B2B1-C6B51A98D5E2}" srcId="{1C6EED42-3AB8-7048-AB40-CBF6B15E2313}" destId="{C6BEE00A-27ED-A645-978D-4AA03563D360}" srcOrd="1" destOrd="0" parTransId="{FA1CA399-2E43-C440-A821-97B13332748C}" sibTransId="{B856BE15-A669-E743-AD9E-61C8E7DF3E73}"/>
    <dgm:cxn modelId="{0E5EE7AA-4F6E-A74D-A451-E9362AAF084C}" type="presOf" srcId="{117AB773-561C-6D49-AE52-F2B1ED939D28}" destId="{EF8F7767-9D76-D74C-B4F6-8367B67C5655}" srcOrd="0" destOrd="0" presId="urn:microsoft.com/office/officeart/2009/3/layout/RandomtoResultProcess"/>
    <dgm:cxn modelId="{6DE4CBF6-FADB-8E42-BFF6-C6F0794D894E}" srcId="{C6BEE00A-27ED-A645-978D-4AA03563D360}" destId="{FA1E797B-BB1C-A74F-921F-7C377CA6978A}" srcOrd="0" destOrd="0" parTransId="{8924F929-CB11-9447-A268-6AAE7F5CBF93}" sibTransId="{ABB55C9D-3BEB-6149-9DF2-5F1F08F31CE0}"/>
    <dgm:cxn modelId="{448A6AC4-4AD9-7946-B32B-650E0249B353}" type="presParOf" srcId="{7C72893F-61D6-634B-9E8D-7CC20CFB533D}" destId="{C6897B6C-38BF-4B44-90AE-D5FCD52DD69C}" srcOrd="0" destOrd="0" presId="urn:microsoft.com/office/officeart/2009/3/layout/RandomtoResultProcess"/>
    <dgm:cxn modelId="{0C4978A9-57AB-5249-BE5B-D9FF90C1A955}" type="presParOf" srcId="{C6897B6C-38BF-4B44-90AE-D5FCD52DD69C}" destId="{EF8F7767-9D76-D74C-B4F6-8367B67C5655}" srcOrd="0" destOrd="0" presId="urn:microsoft.com/office/officeart/2009/3/layout/RandomtoResultProcess"/>
    <dgm:cxn modelId="{871262AD-F77B-0F4C-B8F1-BB8D770846BB}" type="presParOf" srcId="{C6897B6C-38BF-4B44-90AE-D5FCD52DD69C}" destId="{816F293A-A91C-8F40-8AB3-BAB2B30A3AE4}" srcOrd="1" destOrd="0" presId="urn:microsoft.com/office/officeart/2009/3/layout/RandomtoResultProcess"/>
    <dgm:cxn modelId="{561DC82B-3B23-674A-9E5A-BBC99106B662}" type="presParOf" srcId="{C6897B6C-38BF-4B44-90AE-D5FCD52DD69C}" destId="{D273B04F-4B46-3F45-B196-399E9316C74C}" srcOrd="2" destOrd="0" presId="urn:microsoft.com/office/officeart/2009/3/layout/RandomtoResultProcess"/>
    <dgm:cxn modelId="{13AB7E39-0108-BF44-A8B1-040335F4F15C}" type="presParOf" srcId="{C6897B6C-38BF-4B44-90AE-D5FCD52DD69C}" destId="{ED5861DB-A2F3-014C-99A6-7ADB24A4EEA9}" srcOrd="3" destOrd="0" presId="urn:microsoft.com/office/officeart/2009/3/layout/RandomtoResultProcess"/>
    <dgm:cxn modelId="{678F26B6-C8B3-4842-8910-F78B96960744}" type="presParOf" srcId="{C6897B6C-38BF-4B44-90AE-D5FCD52DD69C}" destId="{CEEC4ECD-CA97-CE4F-9B0E-2608A3B4EBF7}" srcOrd="4" destOrd="0" presId="urn:microsoft.com/office/officeart/2009/3/layout/RandomtoResultProcess"/>
    <dgm:cxn modelId="{2260393A-54C6-204E-A358-D0C7CDD420F5}" type="presParOf" srcId="{C6897B6C-38BF-4B44-90AE-D5FCD52DD69C}" destId="{EE0637ED-0FB0-844C-98EB-F1EC151239E0}" srcOrd="5" destOrd="0" presId="urn:microsoft.com/office/officeart/2009/3/layout/RandomtoResultProcess"/>
    <dgm:cxn modelId="{96F889A1-A803-4846-94F7-C1F186BE52E8}" type="presParOf" srcId="{C6897B6C-38BF-4B44-90AE-D5FCD52DD69C}" destId="{E677570C-DFA6-DF47-833A-A123419F060A}" srcOrd="6" destOrd="0" presId="urn:microsoft.com/office/officeart/2009/3/layout/RandomtoResultProcess"/>
    <dgm:cxn modelId="{EB60B768-0FC4-6244-9EDD-C224094909AF}" type="presParOf" srcId="{C6897B6C-38BF-4B44-90AE-D5FCD52DD69C}" destId="{90AEC7C6-A444-FC48-868B-04538DAC6B66}" srcOrd="7" destOrd="0" presId="urn:microsoft.com/office/officeart/2009/3/layout/RandomtoResultProcess"/>
    <dgm:cxn modelId="{EB1D7FC0-46CC-FC4E-B79D-0D38ED2A516F}" type="presParOf" srcId="{C6897B6C-38BF-4B44-90AE-D5FCD52DD69C}" destId="{648B19A6-A1FF-D84F-96E5-D83AB4D04F96}" srcOrd="8" destOrd="0" presId="urn:microsoft.com/office/officeart/2009/3/layout/RandomtoResultProcess"/>
    <dgm:cxn modelId="{FC443732-0F3B-E24A-A620-0BF21427DACE}" type="presParOf" srcId="{C6897B6C-38BF-4B44-90AE-D5FCD52DD69C}" destId="{86940903-73D3-5D4D-B244-B3E609770595}" srcOrd="9" destOrd="0" presId="urn:microsoft.com/office/officeart/2009/3/layout/RandomtoResultProcess"/>
    <dgm:cxn modelId="{74EDC820-00D6-7349-B52C-E8DA501369E9}" type="presParOf" srcId="{C6897B6C-38BF-4B44-90AE-D5FCD52DD69C}" destId="{BF0CAA55-6F47-2944-AE9E-44C8F091E207}" srcOrd="10" destOrd="0" presId="urn:microsoft.com/office/officeart/2009/3/layout/RandomtoResultProcess"/>
    <dgm:cxn modelId="{47EC805C-C115-7348-B0F9-D6801274E9D2}" type="presParOf" srcId="{C6897B6C-38BF-4B44-90AE-D5FCD52DD69C}" destId="{A254EC75-EC1B-2649-8141-3397814E38B7}" srcOrd="11" destOrd="0" presId="urn:microsoft.com/office/officeart/2009/3/layout/RandomtoResultProcess"/>
    <dgm:cxn modelId="{29EB1773-640C-6040-A8E3-673FEDBD7156}" type="presParOf" srcId="{C6897B6C-38BF-4B44-90AE-D5FCD52DD69C}" destId="{36BB0473-AD50-6546-A1F7-A0245C2B2794}" srcOrd="12" destOrd="0" presId="urn:microsoft.com/office/officeart/2009/3/layout/RandomtoResultProcess"/>
    <dgm:cxn modelId="{7E72D5EA-8CF5-DC40-81A4-7C23414923B5}" type="presParOf" srcId="{C6897B6C-38BF-4B44-90AE-D5FCD52DD69C}" destId="{2A1DBABE-4333-1E40-BB33-2E894C3C3266}" srcOrd="13" destOrd="0" presId="urn:microsoft.com/office/officeart/2009/3/layout/RandomtoResultProcess"/>
    <dgm:cxn modelId="{92CD5107-9998-1B44-9864-4E8BD647E1EB}" type="presParOf" srcId="{C6897B6C-38BF-4B44-90AE-D5FCD52DD69C}" destId="{8EB7DD12-1515-B54A-838B-303DFF6D47B6}" srcOrd="14" destOrd="0" presId="urn:microsoft.com/office/officeart/2009/3/layout/RandomtoResultProcess"/>
    <dgm:cxn modelId="{3D6CB42F-4E34-2241-991B-E014F6C490D5}" type="presParOf" srcId="{C6897B6C-38BF-4B44-90AE-D5FCD52DD69C}" destId="{A8E30413-9F84-3F4B-9A12-D2E0C905468A}" srcOrd="15" destOrd="0" presId="urn:microsoft.com/office/officeart/2009/3/layout/RandomtoResultProcess"/>
    <dgm:cxn modelId="{0CCBBEF5-48D7-4C44-929F-2A0E55429039}" type="presParOf" srcId="{C6897B6C-38BF-4B44-90AE-D5FCD52DD69C}" destId="{450BBD78-3592-A84C-A0BF-A1188DACE844}" srcOrd="16" destOrd="0" presId="urn:microsoft.com/office/officeart/2009/3/layout/RandomtoResultProcess"/>
    <dgm:cxn modelId="{BC041F65-6C41-ED43-A8A8-1AA1A181A6E1}" type="presParOf" srcId="{C6897B6C-38BF-4B44-90AE-D5FCD52DD69C}" destId="{AE76768D-DAAF-AA48-B6A0-232B793B70B4}" srcOrd="17" destOrd="0" presId="urn:microsoft.com/office/officeart/2009/3/layout/RandomtoResultProcess"/>
    <dgm:cxn modelId="{1ECB5E73-1DD1-2F44-A48D-F5DF911DF9A7}" type="presParOf" srcId="{C6897B6C-38BF-4B44-90AE-D5FCD52DD69C}" destId="{2B2F3D60-CDD6-654D-A4BC-D812CFD4663A}" srcOrd="18" destOrd="0" presId="urn:microsoft.com/office/officeart/2009/3/layout/RandomtoResultProcess"/>
    <dgm:cxn modelId="{5123EA3F-42CF-5A40-B335-E8BB27D72CB1}" type="presParOf" srcId="{C6897B6C-38BF-4B44-90AE-D5FCD52DD69C}" destId="{ABBFA759-A705-CF4C-81DE-23BF15D05E53}" srcOrd="19" destOrd="0" presId="urn:microsoft.com/office/officeart/2009/3/layout/RandomtoResultProcess"/>
    <dgm:cxn modelId="{571B585D-1AF4-0A43-BD7B-C89C5269E5D6}" type="presParOf" srcId="{7C72893F-61D6-634B-9E8D-7CC20CFB533D}" destId="{06B6AA72-A60C-1E44-8DD4-56AB8DA74453}" srcOrd="1" destOrd="0" presId="urn:microsoft.com/office/officeart/2009/3/layout/RandomtoResultProcess"/>
    <dgm:cxn modelId="{E0116D5D-AA61-294C-A3DF-2E71AFB2379A}" type="presParOf" srcId="{06B6AA72-A60C-1E44-8DD4-56AB8DA74453}" destId="{B24811DC-D83C-B74A-8E51-477B16C3EE70}" srcOrd="0" destOrd="0" presId="urn:microsoft.com/office/officeart/2009/3/layout/RandomtoResultProcess"/>
    <dgm:cxn modelId="{E3118A9E-E068-EA4B-A396-FE21B06E1EC2}" type="presParOf" srcId="{06B6AA72-A60C-1E44-8DD4-56AB8DA74453}" destId="{CF3C7360-29AB-2842-9CCB-6E1D897E2BB3}" srcOrd="1" destOrd="0" presId="urn:microsoft.com/office/officeart/2009/3/layout/RandomtoResultProcess"/>
    <dgm:cxn modelId="{98ACF0D6-E43C-5841-A66B-8A8BA41462FA}" type="presParOf" srcId="{7C72893F-61D6-634B-9E8D-7CC20CFB533D}" destId="{C17E54C3-4035-174A-B05E-A3906D68C9CE}" srcOrd="2" destOrd="0" presId="urn:microsoft.com/office/officeart/2009/3/layout/RandomtoResultProcess"/>
    <dgm:cxn modelId="{5B7A39A3-B79C-894F-BC83-E09623327A9D}" type="presParOf" srcId="{7C72893F-61D6-634B-9E8D-7CC20CFB533D}" destId="{F5012118-1287-4048-9310-C338E4E8D1F3}" srcOrd="3" destOrd="0" presId="urn:microsoft.com/office/officeart/2009/3/layout/RandomtoResultProcess"/>
    <dgm:cxn modelId="{FC40ACDA-EAD1-9448-BAF5-F444E488BA79}" type="presParOf" srcId="{F5012118-1287-4048-9310-C338E4E8D1F3}" destId="{6A0B8183-0D2F-DF44-8D00-C27AC5D0D8D3}" srcOrd="0" destOrd="0" presId="urn:microsoft.com/office/officeart/2009/3/layout/RandomtoResultProcess"/>
    <dgm:cxn modelId="{4D52CB61-C84C-784E-AFC6-AC493E1640D0}" type="presParOf" srcId="{F5012118-1287-4048-9310-C338E4E8D1F3}" destId="{259EE4D6-49E9-1B47-8502-02BC58A73E90}" srcOrd="1" destOrd="0" presId="urn:microsoft.com/office/officeart/2009/3/layout/RandomtoResultProcess"/>
    <dgm:cxn modelId="{6F3EF9DC-9BF3-1448-8FE2-E5A414E836A2}" type="presParOf" srcId="{7C72893F-61D6-634B-9E8D-7CC20CFB533D}" destId="{042C01F1-7CDA-E944-999C-5F9C91DE00F3}" srcOrd="4" destOrd="0" presId="urn:microsoft.com/office/officeart/2009/3/layout/RandomtoResultProcess"/>
    <dgm:cxn modelId="{4372D248-CACC-DF4E-9A24-38AFBF713E01}" type="presParOf" srcId="{042C01F1-7CDA-E944-999C-5F9C91DE00F3}" destId="{4DAA0BBE-BCFA-D44F-90FB-476AADBE5AA9}" srcOrd="0" destOrd="0" presId="urn:microsoft.com/office/officeart/2009/3/layout/RandomtoResultProcess"/>
    <dgm:cxn modelId="{08F72B91-635C-B646-8E74-CD423EE29810}" type="presParOf" srcId="{042C01F1-7CDA-E944-999C-5F9C91DE00F3}" destId="{4EBC0328-9BF7-B64D-B47A-287C092CFA26}" srcOrd="1" destOrd="0" presId="urn:microsoft.com/office/officeart/2009/3/layout/RandomtoResultProcess"/>
    <dgm:cxn modelId="{7D0AE474-5DBF-7941-81D6-5E3083EFE9DE}" type="presParOf" srcId="{042C01F1-7CDA-E944-999C-5F9C91DE00F3}" destId="{E509D727-574F-D342-9CCF-6E0150983EF7}" srcOrd="2" destOrd="0" presId="urn:microsoft.com/office/officeart/2009/3/layout/RandomtoResultProcess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549E9E5-BF56-4D4A-81E1-8DEC6E4930A7}" type="doc">
      <dgm:prSet loTypeId="urn:microsoft.com/office/officeart/2005/8/layout/arrow1" loCatId="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5809E24A-92C8-BE4C-B52F-D21AF71C2536}">
      <dgm:prSet phldrT="[Text]"/>
      <dgm:spPr/>
      <dgm:t>
        <a:bodyPr/>
        <a:lstStyle/>
        <a:p>
          <a:r>
            <a:rPr lang="en-US" dirty="0" err="1">
              <a:latin typeface="Cambria Math" panose="02040503050406030204" pitchFamily="18" charset="0"/>
              <a:ea typeface="Cambria Math" panose="02040503050406030204" pitchFamily="18" charset="0"/>
            </a:rPr>
            <a:t>GSAx</a:t>
          </a:r>
          <a:endParaRPr lang="en-US" dirty="0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7542AE84-D7E1-CE4A-B795-4F621DA701CD}" type="parTrans" cxnId="{E78F4EDA-223E-FC4D-B5CA-CD9BB986E1F9}">
      <dgm:prSet/>
      <dgm:spPr/>
      <dgm:t>
        <a:bodyPr/>
        <a:lstStyle/>
        <a:p>
          <a:endParaRPr lang="en-US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21A20A13-86EC-1D48-8EEA-21B3B2B5BE0F}" type="sibTrans" cxnId="{E78F4EDA-223E-FC4D-B5CA-CD9BB986E1F9}">
      <dgm:prSet/>
      <dgm:spPr/>
      <dgm:t>
        <a:bodyPr/>
        <a:lstStyle/>
        <a:p>
          <a:endParaRPr lang="en-US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FD93A89A-3745-A147-952D-EB8F97BEEE65}">
      <dgm:prSet phldrT="[Text]"/>
      <dgm:spPr/>
      <dgm:t>
        <a:bodyPr/>
        <a:lstStyle/>
        <a:p>
          <a:r>
            <a:rPr lang="en-US" dirty="0">
              <a:latin typeface="Cambria Math" panose="02040503050406030204" pitchFamily="18" charset="0"/>
              <a:ea typeface="Cambria Math" panose="02040503050406030204" pitchFamily="18" charset="0"/>
            </a:rPr>
            <a:t>Team Play</a:t>
          </a:r>
        </a:p>
      </dgm:t>
    </dgm:pt>
    <dgm:pt modelId="{0CD9A8EA-B0DA-B74D-B66F-61A4963E5614}" type="parTrans" cxnId="{5141A613-29BC-CF47-B269-D82F2AE33EC0}">
      <dgm:prSet/>
      <dgm:spPr/>
      <dgm:t>
        <a:bodyPr/>
        <a:lstStyle/>
        <a:p>
          <a:endParaRPr lang="en-US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9A792072-97DF-1049-BF6F-4B07FBAD834D}" type="sibTrans" cxnId="{5141A613-29BC-CF47-B269-D82F2AE33EC0}">
      <dgm:prSet/>
      <dgm:spPr/>
      <dgm:t>
        <a:bodyPr/>
        <a:lstStyle/>
        <a:p>
          <a:endParaRPr lang="en-US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D0539EB7-F9CF-9643-BE42-B1B954E04BB6}" type="pres">
      <dgm:prSet presAssocID="{B549E9E5-BF56-4D4A-81E1-8DEC6E4930A7}" presName="cycle" presStyleCnt="0">
        <dgm:presLayoutVars>
          <dgm:dir/>
          <dgm:resizeHandles val="exact"/>
        </dgm:presLayoutVars>
      </dgm:prSet>
      <dgm:spPr/>
    </dgm:pt>
    <dgm:pt modelId="{C646F063-5E9F-AE44-BF5F-363E28ADAC7D}" type="pres">
      <dgm:prSet presAssocID="{5809E24A-92C8-BE4C-B52F-D21AF71C2536}" presName="arrow" presStyleLbl="node1" presStyleIdx="0" presStyleCnt="2">
        <dgm:presLayoutVars>
          <dgm:bulletEnabled val="1"/>
        </dgm:presLayoutVars>
      </dgm:prSet>
      <dgm:spPr/>
    </dgm:pt>
    <dgm:pt modelId="{9C10A820-FACF-234B-8DFC-DD4B055B3BED}" type="pres">
      <dgm:prSet presAssocID="{FD93A89A-3745-A147-952D-EB8F97BEEE65}" presName="arrow" presStyleLbl="node1" presStyleIdx="1" presStyleCnt="2">
        <dgm:presLayoutVars>
          <dgm:bulletEnabled val="1"/>
        </dgm:presLayoutVars>
      </dgm:prSet>
      <dgm:spPr/>
    </dgm:pt>
  </dgm:ptLst>
  <dgm:cxnLst>
    <dgm:cxn modelId="{5141A613-29BC-CF47-B269-D82F2AE33EC0}" srcId="{B549E9E5-BF56-4D4A-81E1-8DEC6E4930A7}" destId="{FD93A89A-3745-A147-952D-EB8F97BEEE65}" srcOrd="1" destOrd="0" parTransId="{0CD9A8EA-B0DA-B74D-B66F-61A4963E5614}" sibTransId="{9A792072-97DF-1049-BF6F-4B07FBAD834D}"/>
    <dgm:cxn modelId="{4392735C-A933-9A42-A113-843EE57EAC01}" type="presOf" srcId="{B549E9E5-BF56-4D4A-81E1-8DEC6E4930A7}" destId="{D0539EB7-F9CF-9643-BE42-B1B954E04BB6}" srcOrd="0" destOrd="0" presId="urn:microsoft.com/office/officeart/2005/8/layout/arrow1"/>
    <dgm:cxn modelId="{F6D9386F-B019-194A-90E6-BEC49A1D3DFF}" type="presOf" srcId="{FD93A89A-3745-A147-952D-EB8F97BEEE65}" destId="{9C10A820-FACF-234B-8DFC-DD4B055B3BED}" srcOrd="0" destOrd="0" presId="urn:microsoft.com/office/officeart/2005/8/layout/arrow1"/>
    <dgm:cxn modelId="{67010F79-185E-064A-905E-BED928C9188B}" type="presOf" srcId="{5809E24A-92C8-BE4C-B52F-D21AF71C2536}" destId="{C646F063-5E9F-AE44-BF5F-363E28ADAC7D}" srcOrd="0" destOrd="0" presId="urn:microsoft.com/office/officeart/2005/8/layout/arrow1"/>
    <dgm:cxn modelId="{E78F4EDA-223E-FC4D-B5CA-CD9BB986E1F9}" srcId="{B549E9E5-BF56-4D4A-81E1-8DEC6E4930A7}" destId="{5809E24A-92C8-BE4C-B52F-D21AF71C2536}" srcOrd="0" destOrd="0" parTransId="{7542AE84-D7E1-CE4A-B795-4F621DA701CD}" sibTransId="{21A20A13-86EC-1D48-8EEA-21B3B2B5BE0F}"/>
    <dgm:cxn modelId="{CA546CAA-2A18-EC47-8D6F-948D5B6F9F57}" type="presParOf" srcId="{D0539EB7-F9CF-9643-BE42-B1B954E04BB6}" destId="{C646F063-5E9F-AE44-BF5F-363E28ADAC7D}" srcOrd="0" destOrd="0" presId="urn:microsoft.com/office/officeart/2005/8/layout/arrow1"/>
    <dgm:cxn modelId="{93829AFE-59B3-754A-AE54-81FBA1D58125}" type="presParOf" srcId="{D0539EB7-F9CF-9643-BE42-B1B954E04BB6}" destId="{9C10A820-FACF-234B-8DFC-DD4B055B3BED}" srcOrd="1" destOrd="0" presId="urn:microsoft.com/office/officeart/2005/8/layout/arrow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8386507-EA9A-CD4E-9F2D-1D3D908799C3}" type="doc">
      <dgm:prSet loTypeId="urn:microsoft.com/office/officeart/2005/8/layout/list1" loCatId="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2D0545FA-2788-104B-98F9-6E001D096DB9}">
      <dgm:prSet phldrT="[Text]"/>
      <dgm:spPr/>
      <dgm:t>
        <a:bodyPr/>
        <a:lstStyle/>
        <a:p>
          <a:r>
            <a:rPr lang="en-US" dirty="0">
              <a:latin typeface="Cambria Math" panose="02040503050406030204" pitchFamily="18" charset="0"/>
              <a:ea typeface="Cambria Math" panose="02040503050406030204" pitchFamily="18" charset="0"/>
            </a:rPr>
            <a:t>1. Seasonality</a:t>
          </a:r>
        </a:p>
      </dgm:t>
    </dgm:pt>
    <dgm:pt modelId="{CA583DA0-7ADC-1E41-8268-152D22D39C2B}" type="parTrans" cxnId="{43D6C6EE-04B8-6B4A-88A6-890F0C2BBE06}">
      <dgm:prSet/>
      <dgm:spPr/>
      <dgm:t>
        <a:bodyPr/>
        <a:lstStyle/>
        <a:p>
          <a:endParaRPr lang="en-US"/>
        </a:p>
      </dgm:t>
    </dgm:pt>
    <dgm:pt modelId="{7AE458BE-C2E6-AB44-8EF7-D50D21648676}" type="sibTrans" cxnId="{43D6C6EE-04B8-6B4A-88A6-890F0C2BBE06}">
      <dgm:prSet/>
      <dgm:spPr/>
      <dgm:t>
        <a:bodyPr/>
        <a:lstStyle/>
        <a:p>
          <a:endParaRPr lang="en-US"/>
        </a:p>
      </dgm:t>
    </dgm:pt>
    <dgm:pt modelId="{5C5A9AE9-83AF-1140-8E2D-D958F95DD822}">
      <dgm:prSet phldrT="[Text]"/>
      <dgm:spPr/>
      <dgm:t>
        <a:bodyPr/>
        <a:lstStyle/>
        <a:p>
          <a:r>
            <a:rPr lang="en-US" dirty="0">
              <a:latin typeface="Cambria Math" panose="02040503050406030204" pitchFamily="18" charset="0"/>
              <a:ea typeface="Cambria Math" panose="02040503050406030204" pitchFamily="18" charset="0"/>
            </a:rPr>
            <a:t>How related is goalie performance to team play?</a:t>
          </a:r>
        </a:p>
      </dgm:t>
    </dgm:pt>
    <dgm:pt modelId="{3F3A5C33-01DB-7E49-AC0B-4B8B06C1AF26}" type="parTrans" cxnId="{58A42E12-2C48-DB43-A5DD-DA028E398FD5}">
      <dgm:prSet/>
      <dgm:spPr/>
      <dgm:t>
        <a:bodyPr/>
        <a:lstStyle/>
        <a:p>
          <a:endParaRPr lang="en-US"/>
        </a:p>
      </dgm:t>
    </dgm:pt>
    <dgm:pt modelId="{EE665E13-AF54-B844-A09C-C83C8F70E9B9}" type="sibTrans" cxnId="{58A42E12-2C48-DB43-A5DD-DA028E398FD5}">
      <dgm:prSet/>
      <dgm:spPr/>
      <dgm:t>
        <a:bodyPr/>
        <a:lstStyle/>
        <a:p>
          <a:endParaRPr lang="en-US"/>
        </a:p>
      </dgm:t>
    </dgm:pt>
    <dgm:pt modelId="{871CB012-F695-F046-AEB1-988A3E12A41C}">
      <dgm:prSet phldrT="[Text]"/>
      <dgm:spPr/>
      <dgm:t>
        <a:bodyPr/>
        <a:lstStyle/>
        <a:p>
          <a:r>
            <a:rPr lang="en-US" dirty="0">
              <a:latin typeface="Cambria Math" panose="02040503050406030204" pitchFamily="18" charset="0"/>
              <a:ea typeface="Cambria Math" panose="02040503050406030204" pitchFamily="18" charset="0"/>
            </a:rPr>
            <a:t>3. Comparison</a:t>
          </a:r>
        </a:p>
      </dgm:t>
    </dgm:pt>
    <dgm:pt modelId="{AAC14F95-6B33-9A46-87DF-C939DB5375B5}" type="parTrans" cxnId="{334187D8-12F8-024C-B567-DE10679B00EF}">
      <dgm:prSet/>
      <dgm:spPr/>
      <dgm:t>
        <a:bodyPr/>
        <a:lstStyle/>
        <a:p>
          <a:endParaRPr lang="en-US"/>
        </a:p>
      </dgm:t>
    </dgm:pt>
    <dgm:pt modelId="{C8D474E5-6BB0-2D4E-8C66-03DC32711A3A}" type="sibTrans" cxnId="{334187D8-12F8-024C-B567-DE10679B00EF}">
      <dgm:prSet/>
      <dgm:spPr/>
      <dgm:t>
        <a:bodyPr/>
        <a:lstStyle/>
        <a:p>
          <a:endParaRPr lang="en-US"/>
        </a:p>
      </dgm:t>
    </dgm:pt>
    <dgm:pt modelId="{3184A90F-AECA-7B4F-907B-34CF368CB530}">
      <dgm:prSet phldrT="[Text]"/>
      <dgm:spPr/>
      <dgm:t>
        <a:bodyPr/>
        <a:lstStyle/>
        <a:p>
          <a:r>
            <a:rPr lang="en-US" dirty="0">
              <a:latin typeface="Cambria Math" panose="02040503050406030204" pitchFamily="18" charset="0"/>
              <a:ea typeface="Cambria Math" panose="02040503050406030204" pitchFamily="18" charset="0"/>
            </a:rPr>
            <a:t>How do goalies with different circumstances compare?</a:t>
          </a:r>
        </a:p>
      </dgm:t>
    </dgm:pt>
    <dgm:pt modelId="{4360BCCC-D35A-3D42-B4E2-3F0E3DE72774}" type="parTrans" cxnId="{9DE28011-535D-8547-B1FE-4D036A579241}">
      <dgm:prSet/>
      <dgm:spPr/>
      <dgm:t>
        <a:bodyPr/>
        <a:lstStyle/>
        <a:p>
          <a:endParaRPr lang="en-US"/>
        </a:p>
      </dgm:t>
    </dgm:pt>
    <dgm:pt modelId="{AF655B22-3169-EF40-972B-FD6489FA8B7B}" type="sibTrans" cxnId="{9DE28011-535D-8547-B1FE-4D036A579241}">
      <dgm:prSet/>
      <dgm:spPr/>
      <dgm:t>
        <a:bodyPr/>
        <a:lstStyle/>
        <a:p>
          <a:endParaRPr lang="en-US"/>
        </a:p>
      </dgm:t>
    </dgm:pt>
    <dgm:pt modelId="{F76C3E27-8711-F54B-9A6A-7810F124F05B}">
      <dgm:prSet phldrT="[Text]"/>
      <dgm:spPr/>
      <dgm:t>
        <a:bodyPr/>
        <a:lstStyle/>
        <a:p>
          <a:r>
            <a:rPr lang="en-US" dirty="0">
              <a:latin typeface="Cambria Math" panose="02040503050406030204" pitchFamily="18" charset="0"/>
              <a:ea typeface="Cambria Math" panose="02040503050406030204" pitchFamily="18" charset="0"/>
            </a:rPr>
            <a:t>2. Independence</a:t>
          </a:r>
        </a:p>
      </dgm:t>
    </dgm:pt>
    <dgm:pt modelId="{FF214EDE-02B1-2C4C-ABBB-DD38C577B683}" type="parTrans" cxnId="{F4411525-32D9-1343-B2F9-13F964A7ACB4}">
      <dgm:prSet/>
      <dgm:spPr/>
      <dgm:t>
        <a:bodyPr/>
        <a:lstStyle/>
        <a:p>
          <a:endParaRPr lang="en-US"/>
        </a:p>
      </dgm:t>
    </dgm:pt>
    <dgm:pt modelId="{6C37EDA0-8E89-DE4C-AB7C-3F131D30FB34}" type="sibTrans" cxnId="{F4411525-32D9-1343-B2F9-13F964A7ACB4}">
      <dgm:prSet/>
      <dgm:spPr/>
      <dgm:t>
        <a:bodyPr/>
        <a:lstStyle/>
        <a:p>
          <a:endParaRPr lang="en-US"/>
        </a:p>
      </dgm:t>
    </dgm:pt>
    <dgm:pt modelId="{A9D43C53-777F-5D4F-90D2-2F787AC51777}">
      <dgm:prSet phldrT="[Text]"/>
      <dgm:spPr/>
      <dgm:t>
        <a:bodyPr/>
        <a:lstStyle/>
        <a:p>
          <a:r>
            <a:rPr lang="en-US" dirty="0">
              <a:latin typeface="Cambria Math" panose="02040503050406030204" pitchFamily="18" charset="0"/>
              <a:ea typeface="Cambria Math" panose="02040503050406030204" pitchFamily="18" charset="0"/>
            </a:rPr>
            <a:t>Do goalies experience waves of success?</a:t>
          </a:r>
        </a:p>
      </dgm:t>
    </dgm:pt>
    <dgm:pt modelId="{6672AC4C-902C-9E49-AA76-BD6EB0237EA4}" type="parTrans" cxnId="{5D6A41A2-AFA8-E744-9EC4-F5A1141F8AA8}">
      <dgm:prSet/>
      <dgm:spPr/>
      <dgm:t>
        <a:bodyPr/>
        <a:lstStyle/>
        <a:p>
          <a:endParaRPr lang="en-US"/>
        </a:p>
      </dgm:t>
    </dgm:pt>
    <dgm:pt modelId="{2617F368-E428-8B4C-9931-C952014544E2}" type="sibTrans" cxnId="{5D6A41A2-AFA8-E744-9EC4-F5A1141F8AA8}">
      <dgm:prSet/>
      <dgm:spPr/>
      <dgm:t>
        <a:bodyPr/>
        <a:lstStyle/>
        <a:p>
          <a:endParaRPr lang="en-US"/>
        </a:p>
      </dgm:t>
    </dgm:pt>
    <dgm:pt modelId="{319CDA38-DF89-2F40-8B30-56C680302166}" type="pres">
      <dgm:prSet presAssocID="{58386507-EA9A-CD4E-9F2D-1D3D908799C3}" presName="linear" presStyleCnt="0">
        <dgm:presLayoutVars>
          <dgm:dir/>
          <dgm:animLvl val="lvl"/>
          <dgm:resizeHandles val="exact"/>
        </dgm:presLayoutVars>
      </dgm:prSet>
      <dgm:spPr/>
    </dgm:pt>
    <dgm:pt modelId="{5656FFFF-AF65-9D41-9C43-CD16AE4B6CBD}" type="pres">
      <dgm:prSet presAssocID="{2D0545FA-2788-104B-98F9-6E001D096DB9}" presName="parentLin" presStyleCnt="0"/>
      <dgm:spPr/>
    </dgm:pt>
    <dgm:pt modelId="{6808F8F3-6FFC-684D-856D-6B0D830F2A1D}" type="pres">
      <dgm:prSet presAssocID="{2D0545FA-2788-104B-98F9-6E001D096DB9}" presName="parentLeftMargin" presStyleLbl="node1" presStyleIdx="0" presStyleCnt="3"/>
      <dgm:spPr/>
    </dgm:pt>
    <dgm:pt modelId="{99F420EA-2C5E-B942-9CAD-2D6AE567E7E0}" type="pres">
      <dgm:prSet presAssocID="{2D0545FA-2788-104B-98F9-6E001D096DB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2078DF6-06B6-9343-B9B9-60B7D22974A6}" type="pres">
      <dgm:prSet presAssocID="{2D0545FA-2788-104B-98F9-6E001D096DB9}" presName="negativeSpace" presStyleCnt="0"/>
      <dgm:spPr/>
    </dgm:pt>
    <dgm:pt modelId="{E42CB8AC-FAB3-F346-A88D-1B9D0327C2E1}" type="pres">
      <dgm:prSet presAssocID="{2D0545FA-2788-104B-98F9-6E001D096DB9}" presName="childText" presStyleLbl="conFgAcc1" presStyleIdx="0" presStyleCnt="3">
        <dgm:presLayoutVars>
          <dgm:bulletEnabled val="1"/>
        </dgm:presLayoutVars>
      </dgm:prSet>
      <dgm:spPr/>
    </dgm:pt>
    <dgm:pt modelId="{D5ED9423-6D92-394F-A4FF-2E5D83910318}" type="pres">
      <dgm:prSet presAssocID="{7AE458BE-C2E6-AB44-8EF7-D50D21648676}" presName="spaceBetweenRectangles" presStyleCnt="0"/>
      <dgm:spPr/>
    </dgm:pt>
    <dgm:pt modelId="{80323796-EE11-2044-B42D-F3423A835595}" type="pres">
      <dgm:prSet presAssocID="{F76C3E27-8711-F54B-9A6A-7810F124F05B}" presName="parentLin" presStyleCnt="0"/>
      <dgm:spPr/>
    </dgm:pt>
    <dgm:pt modelId="{5FEE8F7C-C37C-3F49-96A2-DE0FD28C61E6}" type="pres">
      <dgm:prSet presAssocID="{F76C3E27-8711-F54B-9A6A-7810F124F05B}" presName="parentLeftMargin" presStyleLbl="node1" presStyleIdx="0" presStyleCnt="3"/>
      <dgm:spPr/>
    </dgm:pt>
    <dgm:pt modelId="{DDCCE1A0-0CAB-994A-89C0-358F28BCC009}" type="pres">
      <dgm:prSet presAssocID="{F76C3E27-8711-F54B-9A6A-7810F124F05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C4EB087-56FB-A44F-BC68-BD87F6282738}" type="pres">
      <dgm:prSet presAssocID="{F76C3E27-8711-F54B-9A6A-7810F124F05B}" presName="negativeSpace" presStyleCnt="0"/>
      <dgm:spPr/>
    </dgm:pt>
    <dgm:pt modelId="{CD845044-F747-B04B-9159-2DEE48AEE3A6}" type="pres">
      <dgm:prSet presAssocID="{F76C3E27-8711-F54B-9A6A-7810F124F05B}" presName="childText" presStyleLbl="conFgAcc1" presStyleIdx="1" presStyleCnt="3">
        <dgm:presLayoutVars>
          <dgm:bulletEnabled val="1"/>
        </dgm:presLayoutVars>
      </dgm:prSet>
      <dgm:spPr/>
    </dgm:pt>
    <dgm:pt modelId="{C1DFA462-1AEA-1647-BF15-C4E2986D3C91}" type="pres">
      <dgm:prSet presAssocID="{6C37EDA0-8E89-DE4C-AB7C-3F131D30FB34}" presName="spaceBetweenRectangles" presStyleCnt="0"/>
      <dgm:spPr/>
    </dgm:pt>
    <dgm:pt modelId="{55DDD3AC-10D9-E543-9F71-37C3B7ACFDA7}" type="pres">
      <dgm:prSet presAssocID="{871CB012-F695-F046-AEB1-988A3E12A41C}" presName="parentLin" presStyleCnt="0"/>
      <dgm:spPr/>
    </dgm:pt>
    <dgm:pt modelId="{168C6618-FB45-6F40-80BC-6C0CF6A1D7F0}" type="pres">
      <dgm:prSet presAssocID="{871CB012-F695-F046-AEB1-988A3E12A41C}" presName="parentLeftMargin" presStyleLbl="node1" presStyleIdx="1" presStyleCnt="3"/>
      <dgm:spPr/>
    </dgm:pt>
    <dgm:pt modelId="{4202EF24-ED58-BB46-B692-D64B551209AB}" type="pres">
      <dgm:prSet presAssocID="{871CB012-F695-F046-AEB1-988A3E12A41C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918CBABE-695D-E646-A742-C6B85C2B76DB}" type="pres">
      <dgm:prSet presAssocID="{871CB012-F695-F046-AEB1-988A3E12A41C}" presName="negativeSpace" presStyleCnt="0"/>
      <dgm:spPr/>
    </dgm:pt>
    <dgm:pt modelId="{27711805-C86C-7F44-B2C2-751B0586154D}" type="pres">
      <dgm:prSet presAssocID="{871CB012-F695-F046-AEB1-988A3E12A41C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D294700A-34D3-6740-A478-942AD91FFD9A}" type="presOf" srcId="{5C5A9AE9-83AF-1140-8E2D-D958F95DD822}" destId="{CD845044-F747-B04B-9159-2DEE48AEE3A6}" srcOrd="0" destOrd="0" presId="urn:microsoft.com/office/officeart/2005/8/layout/list1"/>
    <dgm:cxn modelId="{9DE28011-535D-8547-B1FE-4D036A579241}" srcId="{871CB012-F695-F046-AEB1-988A3E12A41C}" destId="{3184A90F-AECA-7B4F-907B-34CF368CB530}" srcOrd="0" destOrd="0" parTransId="{4360BCCC-D35A-3D42-B4E2-3F0E3DE72774}" sibTransId="{AF655B22-3169-EF40-972B-FD6489FA8B7B}"/>
    <dgm:cxn modelId="{58A42E12-2C48-DB43-A5DD-DA028E398FD5}" srcId="{F76C3E27-8711-F54B-9A6A-7810F124F05B}" destId="{5C5A9AE9-83AF-1140-8E2D-D958F95DD822}" srcOrd="0" destOrd="0" parTransId="{3F3A5C33-01DB-7E49-AC0B-4B8B06C1AF26}" sibTransId="{EE665E13-AF54-B844-A09C-C83C8F70E9B9}"/>
    <dgm:cxn modelId="{15E10118-4A8B-CD4A-AB75-76D4B6FE73AC}" type="presOf" srcId="{F76C3E27-8711-F54B-9A6A-7810F124F05B}" destId="{5FEE8F7C-C37C-3F49-96A2-DE0FD28C61E6}" srcOrd="0" destOrd="0" presId="urn:microsoft.com/office/officeart/2005/8/layout/list1"/>
    <dgm:cxn modelId="{F4411525-32D9-1343-B2F9-13F964A7ACB4}" srcId="{58386507-EA9A-CD4E-9F2D-1D3D908799C3}" destId="{F76C3E27-8711-F54B-9A6A-7810F124F05B}" srcOrd="1" destOrd="0" parTransId="{FF214EDE-02B1-2C4C-ABBB-DD38C577B683}" sibTransId="{6C37EDA0-8E89-DE4C-AB7C-3F131D30FB34}"/>
    <dgm:cxn modelId="{8E7FDB56-FCDC-3646-B9CB-BC72010F9F9F}" type="presOf" srcId="{871CB012-F695-F046-AEB1-988A3E12A41C}" destId="{168C6618-FB45-6F40-80BC-6C0CF6A1D7F0}" srcOrd="0" destOrd="0" presId="urn:microsoft.com/office/officeart/2005/8/layout/list1"/>
    <dgm:cxn modelId="{DE7A6475-BF86-E841-991F-6A6DC8D2EFED}" type="presOf" srcId="{58386507-EA9A-CD4E-9F2D-1D3D908799C3}" destId="{319CDA38-DF89-2F40-8B30-56C680302166}" srcOrd="0" destOrd="0" presId="urn:microsoft.com/office/officeart/2005/8/layout/list1"/>
    <dgm:cxn modelId="{97AA8F90-70F2-0243-91F3-18193160B0D6}" type="presOf" srcId="{3184A90F-AECA-7B4F-907B-34CF368CB530}" destId="{27711805-C86C-7F44-B2C2-751B0586154D}" srcOrd="0" destOrd="0" presId="urn:microsoft.com/office/officeart/2005/8/layout/list1"/>
    <dgm:cxn modelId="{991F2A9E-C9E6-9644-B5B8-F865774707B8}" type="presOf" srcId="{F76C3E27-8711-F54B-9A6A-7810F124F05B}" destId="{DDCCE1A0-0CAB-994A-89C0-358F28BCC009}" srcOrd="1" destOrd="0" presId="urn:microsoft.com/office/officeart/2005/8/layout/list1"/>
    <dgm:cxn modelId="{5D6A41A2-AFA8-E744-9EC4-F5A1141F8AA8}" srcId="{2D0545FA-2788-104B-98F9-6E001D096DB9}" destId="{A9D43C53-777F-5D4F-90D2-2F787AC51777}" srcOrd="0" destOrd="0" parTransId="{6672AC4C-902C-9E49-AA76-BD6EB0237EA4}" sibTransId="{2617F368-E428-8B4C-9931-C952014544E2}"/>
    <dgm:cxn modelId="{C63C54AF-544E-5440-82ED-0C3184B3B54F}" type="presOf" srcId="{A9D43C53-777F-5D4F-90D2-2F787AC51777}" destId="{E42CB8AC-FAB3-F346-A88D-1B9D0327C2E1}" srcOrd="0" destOrd="0" presId="urn:microsoft.com/office/officeart/2005/8/layout/list1"/>
    <dgm:cxn modelId="{334187D8-12F8-024C-B567-DE10679B00EF}" srcId="{58386507-EA9A-CD4E-9F2D-1D3D908799C3}" destId="{871CB012-F695-F046-AEB1-988A3E12A41C}" srcOrd="2" destOrd="0" parTransId="{AAC14F95-6B33-9A46-87DF-C939DB5375B5}" sibTransId="{C8D474E5-6BB0-2D4E-8C66-03DC32711A3A}"/>
    <dgm:cxn modelId="{43AFFDDA-453D-304C-A1CD-0E680CBE03E4}" type="presOf" srcId="{2D0545FA-2788-104B-98F9-6E001D096DB9}" destId="{99F420EA-2C5E-B942-9CAD-2D6AE567E7E0}" srcOrd="1" destOrd="0" presId="urn:microsoft.com/office/officeart/2005/8/layout/list1"/>
    <dgm:cxn modelId="{3D9524EB-2987-1845-8408-0C2B98EE43E3}" type="presOf" srcId="{871CB012-F695-F046-AEB1-988A3E12A41C}" destId="{4202EF24-ED58-BB46-B692-D64B551209AB}" srcOrd="1" destOrd="0" presId="urn:microsoft.com/office/officeart/2005/8/layout/list1"/>
    <dgm:cxn modelId="{43D6C6EE-04B8-6B4A-88A6-890F0C2BBE06}" srcId="{58386507-EA9A-CD4E-9F2D-1D3D908799C3}" destId="{2D0545FA-2788-104B-98F9-6E001D096DB9}" srcOrd="0" destOrd="0" parTransId="{CA583DA0-7ADC-1E41-8268-152D22D39C2B}" sibTransId="{7AE458BE-C2E6-AB44-8EF7-D50D21648676}"/>
    <dgm:cxn modelId="{D30710F8-52CC-FE46-9903-044D6ACCD383}" type="presOf" srcId="{2D0545FA-2788-104B-98F9-6E001D096DB9}" destId="{6808F8F3-6FFC-684D-856D-6B0D830F2A1D}" srcOrd="0" destOrd="0" presId="urn:microsoft.com/office/officeart/2005/8/layout/list1"/>
    <dgm:cxn modelId="{6F78B317-10F2-E148-8A03-47606E807741}" type="presParOf" srcId="{319CDA38-DF89-2F40-8B30-56C680302166}" destId="{5656FFFF-AF65-9D41-9C43-CD16AE4B6CBD}" srcOrd="0" destOrd="0" presId="urn:microsoft.com/office/officeart/2005/8/layout/list1"/>
    <dgm:cxn modelId="{CB65FF15-26FB-BA4C-A99C-4BA638F1BEC9}" type="presParOf" srcId="{5656FFFF-AF65-9D41-9C43-CD16AE4B6CBD}" destId="{6808F8F3-6FFC-684D-856D-6B0D830F2A1D}" srcOrd="0" destOrd="0" presId="urn:microsoft.com/office/officeart/2005/8/layout/list1"/>
    <dgm:cxn modelId="{DCF1CB01-46BA-3049-9FA8-74315222AC28}" type="presParOf" srcId="{5656FFFF-AF65-9D41-9C43-CD16AE4B6CBD}" destId="{99F420EA-2C5E-B942-9CAD-2D6AE567E7E0}" srcOrd="1" destOrd="0" presId="urn:microsoft.com/office/officeart/2005/8/layout/list1"/>
    <dgm:cxn modelId="{08DFAD2F-6B61-4249-A55B-3F7FBEC13268}" type="presParOf" srcId="{319CDA38-DF89-2F40-8B30-56C680302166}" destId="{72078DF6-06B6-9343-B9B9-60B7D22974A6}" srcOrd="1" destOrd="0" presId="urn:microsoft.com/office/officeart/2005/8/layout/list1"/>
    <dgm:cxn modelId="{FE9BE00A-EE6A-6242-987F-CE3629578381}" type="presParOf" srcId="{319CDA38-DF89-2F40-8B30-56C680302166}" destId="{E42CB8AC-FAB3-F346-A88D-1B9D0327C2E1}" srcOrd="2" destOrd="0" presId="urn:microsoft.com/office/officeart/2005/8/layout/list1"/>
    <dgm:cxn modelId="{1998F0FB-A1E6-E64E-80B5-E346DFEF968C}" type="presParOf" srcId="{319CDA38-DF89-2F40-8B30-56C680302166}" destId="{D5ED9423-6D92-394F-A4FF-2E5D83910318}" srcOrd="3" destOrd="0" presId="urn:microsoft.com/office/officeart/2005/8/layout/list1"/>
    <dgm:cxn modelId="{4A62BF2F-8B73-9E44-970C-7009334F38C8}" type="presParOf" srcId="{319CDA38-DF89-2F40-8B30-56C680302166}" destId="{80323796-EE11-2044-B42D-F3423A835595}" srcOrd="4" destOrd="0" presId="urn:microsoft.com/office/officeart/2005/8/layout/list1"/>
    <dgm:cxn modelId="{148D3EC0-A56F-F24D-B65E-EE97495948DA}" type="presParOf" srcId="{80323796-EE11-2044-B42D-F3423A835595}" destId="{5FEE8F7C-C37C-3F49-96A2-DE0FD28C61E6}" srcOrd="0" destOrd="0" presId="urn:microsoft.com/office/officeart/2005/8/layout/list1"/>
    <dgm:cxn modelId="{C9E2D2A7-E415-C949-8215-B52564DC6F7B}" type="presParOf" srcId="{80323796-EE11-2044-B42D-F3423A835595}" destId="{DDCCE1A0-0CAB-994A-89C0-358F28BCC009}" srcOrd="1" destOrd="0" presId="urn:microsoft.com/office/officeart/2005/8/layout/list1"/>
    <dgm:cxn modelId="{6145EC9B-0345-744E-8379-ABEC4DE69904}" type="presParOf" srcId="{319CDA38-DF89-2F40-8B30-56C680302166}" destId="{FC4EB087-56FB-A44F-BC68-BD87F6282738}" srcOrd="5" destOrd="0" presId="urn:microsoft.com/office/officeart/2005/8/layout/list1"/>
    <dgm:cxn modelId="{5440B389-5F96-D345-B924-A823DE53F0B8}" type="presParOf" srcId="{319CDA38-DF89-2F40-8B30-56C680302166}" destId="{CD845044-F747-B04B-9159-2DEE48AEE3A6}" srcOrd="6" destOrd="0" presId="urn:microsoft.com/office/officeart/2005/8/layout/list1"/>
    <dgm:cxn modelId="{719864A1-C5F3-DA4D-9B7B-11C7C90D21AA}" type="presParOf" srcId="{319CDA38-DF89-2F40-8B30-56C680302166}" destId="{C1DFA462-1AEA-1647-BF15-C4E2986D3C91}" srcOrd="7" destOrd="0" presId="urn:microsoft.com/office/officeart/2005/8/layout/list1"/>
    <dgm:cxn modelId="{164A7002-68A5-2A45-BCCA-89BC588F5FEA}" type="presParOf" srcId="{319CDA38-DF89-2F40-8B30-56C680302166}" destId="{55DDD3AC-10D9-E543-9F71-37C3B7ACFDA7}" srcOrd="8" destOrd="0" presId="urn:microsoft.com/office/officeart/2005/8/layout/list1"/>
    <dgm:cxn modelId="{8D0A0E51-7A81-D84A-A6D3-577C09722033}" type="presParOf" srcId="{55DDD3AC-10D9-E543-9F71-37C3B7ACFDA7}" destId="{168C6618-FB45-6F40-80BC-6C0CF6A1D7F0}" srcOrd="0" destOrd="0" presId="urn:microsoft.com/office/officeart/2005/8/layout/list1"/>
    <dgm:cxn modelId="{6E59FF1D-3386-2C46-8592-72B2C4B5FBA2}" type="presParOf" srcId="{55DDD3AC-10D9-E543-9F71-37C3B7ACFDA7}" destId="{4202EF24-ED58-BB46-B692-D64B551209AB}" srcOrd="1" destOrd="0" presId="urn:microsoft.com/office/officeart/2005/8/layout/list1"/>
    <dgm:cxn modelId="{4E094D32-97AD-9D4D-9D8D-CD5ED4C9122D}" type="presParOf" srcId="{319CDA38-DF89-2F40-8B30-56C680302166}" destId="{918CBABE-695D-E646-A742-C6B85C2B76DB}" srcOrd="9" destOrd="0" presId="urn:microsoft.com/office/officeart/2005/8/layout/list1"/>
    <dgm:cxn modelId="{520E4D08-2A17-2346-AEAE-F0D2FCD1528E}" type="presParOf" srcId="{319CDA38-DF89-2F40-8B30-56C680302166}" destId="{27711805-C86C-7F44-B2C2-751B0586154D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9C20ADC-5CF2-1648-9469-BBC0EF69798A}" type="doc">
      <dgm:prSet loTypeId="urn:microsoft.com/office/officeart/2008/layout/VerticalCurvedList" loCatId="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040FFB5C-CE7F-CA44-8C72-A87632C7790C}">
      <dgm:prSet phldrT="[Text]"/>
      <dgm:spPr/>
      <dgm:t>
        <a:bodyPr/>
        <a:lstStyle/>
        <a:p>
          <a:r>
            <a:rPr lang="en-US" dirty="0">
              <a:latin typeface="Cambria Math" panose="02040503050406030204" pitchFamily="18" charset="0"/>
              <a:ea typeface="Cambria Math" panose="02040503050406030204" pitchFamily="18" charset="0"/>
            </a:rPr>
            <a:t>No plausible seasonality.</a:t>
          </a:r>
        </a:p>
      </dgm:t>
    </dgm:pt>
    <dgm:pt modelId="{032A735F-CB7A-864A-8E33-35978FF4186C}" type="parTrans" cxnId="{BF20F390-0524-9E47-8DE8-E7D965AE5170}">
      <dgm:prSet/>
      <dgm:spPr/>
      <dgm:t>
        <a:bodyPr/>
        <a:lstStyle/>
        <a:p>
          <a:endParaRPr lang="en-US"/>
        </a:p>
      </dgm:t>
    </dgm:pt>
    <dgm:pt modelId="{41D6E0B2-B08A-474D-B65C-5F7CCAD8AF7E}" type="sibTrans" cxnId="{BF20F390-0524-9E47-8DE8-E7D965AE5170}">
      <dgm:prSet/>
      <dgm:spPr/>
      <dgm:t>
        <a:bodyPr/>
        <a:lstStyle/>
        <a:p>
          <a:endParaRPr lang="en-US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71369A0F-1D87-9A4B-9F36-20DAC52A6F7F}">
      <dgm:prSet phldrT="[Text]"/>
      <dgm:spPr/>
      <dgm:t>
        <a:bodyPr/>
        <a:lstStyle/>
        <a:p>
          <a:r>
            <a:rPr lang="en-US" dirty="0">
              <a:latin typeface="Cambria Math" panose="02040503050406030204" pitchFamily="18" charset="0"/>
              <a:ea typeface="Cambria Math" panose="02040503050406030204" pitchFamily="18" charset="0"/>
            </a:rPr>
            <a:t>Splitting at trade changes selection.</a:t>
          </a:r>
        </a:p>
      </dgm:t>
    </dgm:pt>
    <dgm:pt modelId="{71CD17A4-4B4A-8042-B07A-B05D30F70CE8}" type="parTrans" cxnId="{6F1F1DB9-2B83-B847-800A-BA00D9C266A4}">
      <dgm:prSet/>
      <dgm:spPr/>
      <dgm:t>
        <a:bodyPr/>
        <a:lstStyle/>
        <a:p>
          <a:endParaRPr lang="en-US"/>
        </a:p>
      </dgm:t>
    </dgm:pt>
    <dgm:pt modelId="{52F8D7B5-0DF3-D74B-8BB9-C5FEF37D0832}" type="sibTrans" cxnId="{6F1F1DB9-2B83-B847-800A-BA00D9C266A4}">
      <dgm:prSet/>
      <dgm:spPr/>
      <dgm:t>
        <a:bodyPr/>
        <a:lstStyle/>
        <a:p>
          <a:endParaRPr lang="en-US"/>
        </a:p>
      </dgm:t>
    </dgm:pt>
    <dgm:pt modelId="{158C4F61-166F-3149-B8EC-7678A650D909}">
      <dgm:prSet phldrT="[Text]"/>
      <dgm:spPr/>
      <dgm:t>
        <a:bodyPr/>
        <a:lstStyle/>
        <a:p>
          <a:r>
            <a:rPr lang="en-US" dirty="0">
              <a:latin typeface="Cambria Math" panose="02040503050406030204" pitchFamily="18" charset="0"/>
              <a:ea typeface="Cambria Math" panose="02040503050406030204" pitchFamily="18" charset="0"/>
            </a:rPr>
            <a:t>Need CCF/lagged predictors.</a:t>
          </a:r>
        </a:p>
      </dgm:t>
    </dgm:pt>
    <dgm:pt modelId="{C1A74116-76CA-9A4A-9EF7-117F796CA343}" type="parTrans" cxnId="{4D9B4C8C-B928-4F4C-B2EC-F697D9541FE2}">
      <dgm:prSet/>
      <dgm:spPr/>
      <dgm:t>
        <a:bodyPr/>
        <a:lstStyle/>
        <a:p>
          <a:endParaRPr lang="en-US"/>
        </a:p>
      </dgm:t>
    </dgm:pt>
    <dgm:pt modelId="{A225B338-2902-554A-A948-E833F7F08108}" type="sibTrans" cxnId="{4D9B4C8C-B928-4F4C-B2EC-F697D9541FE2}">
      <dgm:prSet/>
      <dgm:spPr/>
      <dgm:t>
        <a:bodyPr/>
        <a:lstStyle/>
        <a:p>
          <a:endParaRPr lang="en-US"/>
        </a:p>
      </dgm:t>
    </dgm:pt>
    <dgm:pt modelId="{A84BEC13-A404-9D43-AE12-F9178F8598C5}">
      <dgm:prSet phldrT="[Text]"/>
      <dgm:spPr/>
      <dgm:t>
        <a:bodyPr/>
        <a:lstStyle/>
        <a:p>
          <a:r>
            <a:rPr lang="en-US" dirty="0">
              <a:latin typeface="Cambria Math" panose="02040503050406030204" pitchFamily="18" charset="0"/>
              <a:ea typeface="Cambria Math" panose="02040503050406030204" pitchFamily="18" charset="0"/>
            </a:rPr>
            <a:t>Visible trend changes at trade.</a:t>
          </a:r>
        </a:p>
      </dgm:t>
    </dgm:pt>
    <dgm:pt modelId="{A91EADC3-21A5-EF48-8ED3-711FDF5621F3}" type="parTrans" cxnId="{FFD6B1C9-9C20-694F-86A3-5BD8F11C6CC0}">
      <dgm:prSet/>
      <dgm:spPr/>
      <dgm:t>
        <a:bodyPr/>
        <a:lstStyle/>
        <a:p>
          <a:endParaRPr lang="en-US"/>
        </a:p>
      </dgm:t>
    </dgm:pt>
    <dgm:pt modelId="{A6658304-FCB9-9140-92F8-6EEC2127DC40}" type="sibTrans" cxnId="{FFD6B1C9-9C20-694F-86A3-5BD8F11C6CC0}">
      <dgm:prSet/>
      <dgm:spPr/>
      <dgm:t>
        <a:bodyPr/>
        <a:lstStyle/>
        <a:p>
          <a:endParaRPr lang="en-US"/>
        </a:p>
      </dgm:t>
    </dgm:pt>
    <dgm:pt modelId="{058B96C7-DDCF-2C4F-BE9C-8D4BCBC8EEA9}" type="pres">
      <dgm:prSet presAssocID="{89C20ADC-5CF2-1648-9469-BBC0EF69798A}" presName="Name0" presStyleCnt="0">
        <dgm:presLayoutVars>
          <dgm:chMax val="7"/>
          <dgm:chPref val="7"/>
          <dgm:dir/>
        </dgm:presLayoutVars>
      </dgm:prSet>
      <dgm:spPr/>
    </dgm:pt>
    <dgm:pt modelId="{A5A1BA1E-1A5D-1C44-B6BE-DAD0449211F5}" type="pres">
      <dgm:prSet presAssocID="{89C20ADC-5CF2-1648-9469-BBC0EF69798A}" presName="Name1" presStyleCnt="0"/>
      <dgm:spPr/>
    </dgm:pt>
    <dgm:pt modelId="{DEBF7DB7-5EB9-634B-BEE7-3A8D83347CE2}" type="pres">
      <dgm:prSet presAssocID="{89C20ADC-5CF2-1648-9469-BBC0EF69798A}" presName="cycle" presStyleCnt="0"/>
      <dgm:spPr/>
    </dgm:pt>
    <dgm:pt modelId="{A1EC1FE9-D2CA-C749-BC8F-BF55E9DCEFD5}" type="pres">
      <dgm:prSet presAssocID="{89C20ADC-5CF2-1648-9469-BBC0EF69798A}" presName="srcNode" presStyleLbl="node1" presStyleIdx="0" presStyleCnt="4"/>
      <dgm:spPr/>
    </dgm:pt>
    <dgm:pt modelId="{17B6F55D-9B74-FF4B-B500-DD83B5932E9F}" type="pres">
      <dgm:prSet presAssocID="{89C20ADC-5CF2-1648-9469-BBC0EF69798A}" presName="conn" presStyleLbl="parChTrans1D2" presStyleIdx="0" presStyleCnt="1"/>
      <dgm:spPr/>
    </dgm:pt>
    <dgm:pt modelId="{5181896F-C673-3B49-B3D6-C627C1B18FC8}" type="pres">
      <dgm:prSet presAssocID="{89C20ADC-5CF2-1648-9469-BBC0EF69798A}" presName="extraNode" presStyleLbl="node1" presStyleIdx="0" presStyleCnt="4"/>
      <dgm:spPr/>
    </dgm:pt>
    <dgm:pt modelId="{0D1C687F-DE5C-2A4B-8612-A7E27D5F6DB3}" type="pres">
      <dgm:prSet presAssocID="{89C20ADC-5CF2-1648-9469-BBC0EF69798A}" presName="dstNode" presStyleLbl="node1" presStyleIdx="0" presStyleCnt="4"/>
      <dgm:spPr/>
    </dgm:pt>
    <dgm:pt modelId="{CE0090D2-A00D-D241-AB32-FE7E5BC6B5B8}" type="pres">
      <dgm:prSet presAssocID="{040FFB5C-CE7F-CA44-8C72-A87632C7790C}" presName="text_1" presStyleLbl="node1" presStyleIdx="0" presStyleCnt="4">
        <dgm:presLayoutVars>
          <dgm:bulletEnabled val="1"/>
        </dgm:presLayoutVars>
      </dgm:prSet>
      <dgm:spPr/>
    </dgm:pt>
    <dgm:pt modelId="{8E2BE33E-064F-534B-A5C6-EB2D6EE1A8C5}" type="pres">
      <dgm:prSet presAssocID="{040FFB5C-CE7F-CA44-8C72-A87632C7790C}" presName="accent_1" presStyleCnt="0"/>
      <dgm:spPr/>
    </dgm:pt>
    <dgm:pt modelId="{832829F5-3822-CD4A-B26A-DA79B5CD19C5}" type="pres">
      <dgm:prSet presAssocID="{040FFB5C-CE7F-CA44-8C72-A87632C7790C}" presName="accentRepeatNode" presStyleLbl="solidFgAcc1" presStyleIdx="0" presStyleCnt="4"/>
      <dgm:spPr/>
    </dgm:pt>
    <dgm:pt modelId="{40E6E797-9EFD-4C4B-9EDE-9F0848A70058}" type="pres">
      <dgm:prSet presAssocID="{A84BEC13-A404-9D43-AE12-F9178F8598C5}" presName="text_2" presStyleLbl="node1" presStyleIdx="1" presStyleCnt="4">
        <dgm:presLayoutVars>
          <dgm:bulletEnabled val="1"/>
        </dgm:presLayoutVars>
      </dgm:prSet>
      <dgm:spPr/>
    </dgm:pt>
    <dgm:pt modelId="{C2EE4990-9E11-E64E-9FC2-5F4A0B6DBD27}" type="pres">
      <dgm:prSet presAssocID="{A84BEC13-A404-9D43-AE12-F9178F8598C5}" presName="accent_2" presStyleCnt="0"/>
      <dgm:spPr/>
    </dgm:pt>
    <dgm:pt modelId="{068B29C8-E193-FF45-B2E7-81D24961FF82}" type="pres">
      <dgm:prSet presAssocID="{A84BEC13-A404-9D43-AE12-F9178F8598C5}" presName="accentRepeatNode" presStyleLbl="solidFgAcc1" presStyleIdx="1" presStyleCnt="4"/>
      <dgm:spPr/>
    </dgm:pt>
    <dgm:pt modelId="{99318474-EEF8-E447-BC43-F3C4942790B0}" type="pres">
      <dgm:prSet presAssocID="{71369A0F-1D87-9A4B-9F36-20DAC52A6F7F}" presName="text_3" presStyleLbl="node1" presStyleIdx="2" presStyleCnt="4">
        <dgm:presLayoutVars>
          <dgm:bulletEnabled val="1"/>
        </dgm:presLayoutVars>
      </dgm:prSet>
      <dgm:spPr/>
    </dgm:pt>
    <dgm:pt modelId="{E6AEF449-827E-4E43-9BEB-05B47C1031E2}" type="pres">
      <dgm:prSet presAssocID="{71369A0F-1D87-9A4B-9F36-20DAC52A6F7F}" presName="accent_3" presStyleCnt="0"/>
      <dgm:spPr/>
    </dgm:pt>
    <dgm:pt modelId="{CFBC32E2-0D33-754B-B084-A9B56F25731C}" type="pres">
      <dgm:prSet presAssocID="{71369A0F-1D87-9A4B-9F36-20DAC52A6F7F}" presName="accentRepeatNode" presStyleLbl="solidFgAcc1" presStyleIdx="2" presStyleCnt="4"/>
      <dgm:spPr/>
    </dgm:pt>
    <dgm:pt modelId="{575FE271-72F7-B048-965D-1A6482142FB2}" type="pres">
      <dgm:prSet presAssocID="{158C4F61-166F-3149-B8EC-7678A650D909}" presName="text_4" presStyleLbl="node1" presStyleIdx="3" presStyleCnt="4">
        <dgm:presLayoutVars>
          <dgm:bulletEnabled val="1"/>
        </dgm:presLayoutVars>
      </dgm:prSet>
      <dgm:spPr/>
    </dgm:pt>
    <dgm:pt modelId="{62F4A8C8-FEF9-964F-ADB8-8D576337A7B4}" type="pres">
      <dgm:prSet presAssocID="{158C4F61-166F-3149-B8EC-7678A650D909}" presName="accent_4" presStyleCnt="0"/>
      <dgm:spPr/>
    </dgm:pt>
    <dgm:pt modelId="{EC1EB858-8F56-4244-9083-45031D713C5E}" type="pres">
      <dgm:prSet presAssocID="{158C4F61-166F-3149-B8EC-7678A650D909}" presName="accentRepeatNode" presStyleLbl="solidFgAcc1" presStyleIdx="3" presStyleCnt="4"/>
      <dgm:spPr/>
    </dgm:pt>
  </dgm:ptLst>
  <dgm:cxnLst>
    <dgm:cxn modelId="{EA35EB38-E31C-AD4D-8C93-B769F17A01AF}" type="presOf" srcId="{41D6E0B2-B08A-474D-B65C-5F7CCAD8AF7E}" destId="{17B6F55D-9B74-FF4B-B500-DD83B5932E9F}" srcOrd="0" destOrd="0" presId="urn:microsoft.com/office/officeart/2008/layout/VerticalCurvedList"/>
    <dgm:cxn modelId="{5489AC3D-AD13-3644-9255-28473361A600}" type="presOf" srcId="{71369A0F-1D87-9A4B-9F36-20DAC52A6F7F}" destId="{99318474-EEF8-E447-BC43-F3C4942790B0}" srcOrd="0" destOrd="0" presId="urn:microsoft.com/office/officeart/2008/layout/VerticalCurvedList"/>
    <dgm:cxn modelId="{766DB73F-09E8-1A4F-B7AB-429AE155265F}" type="presOf" srcId="{158C4F61-166F-3149-B8EC-7678A650D909}" destId="{575FE271-72F7-B048-965D-1A6482142FB2}" srcOrd="0" destOrd="0" presId="urn:microsoft.com/office/officeart/2008/layout/VerticalCurvedList"/>
    <dgm:cxn modelId="{C7BA0771-EB57-1C4B-8F8F-03D6A79A4AD8}" type="presOf" srcId="{89C20ADC-5CF2-1648-9469-BBC0EF69798A}" destId="{058B96C7-DDCF-2C4F-BE9C-8D4BCBC8EEA9}" srcOrd="0" destOrd="0" presId="urn:microsoft.com/office/officeart/2008/layout/VerticalCurvedList"/>
    <dgm:cxn modelId="{4D9B4C8C-B928-4F4C-B2EC-F697D9541FE2}" srcId="{89C20ADC-5CF2-1648-9469-BBC0EF69798A}" destId="{158C4F61-166F-3149-B8EC-7678A650D909}" srcOrd="3" destOrd="0" parTransId="{C1A74116-76CA-9A4A-9EF7-117F796CA343}" sibTransId="{A225B338-2902-554A-A948-E833F7F08108}"/>
    <dgm:cxn modelId="{BF20F390-0524-9E47-8DE8-E7D965AE5170}" srcId="{89C20ADC-5CF2-1648-9469-BBC0EF69798A}" destId="{040FFB5C-CE7F-CA44-8C72-A87632C7790C}" srcOrd="0" destOrd="0" parTransId="{032A735F-CB7A-864A-8E33-35978FF4186C}" sibTransId="{41D6E0B2-B08A-474D-B65C-5F7CCAD8AF7E}"/>
    <dgm:cxn modelId="{6F1F1DB9-2B83-B847-800A-BA00D9C266A4}" srcId="{89C20ADC-5CF2-1648-9469-BBC0EF69798A}" destId="{71369A0F-1D87-9A4B-9F36-20DAC52A6F7F}" srcOrd="2" destOrd="0" parTransId="{71CD17A4-4B4A-8042-B07A-B05D30F70CE8}" sibTransId="{52F8D7B5-0DF3-D74B-8BB9-C5FEF37D0832}"/>
    <dgm:cxn modelId="{FFD6B1C9-9C20-694F-86A3-5BD8F11C6CC0}" srcId="{89C20ADC-5CF2-1648-9469-BBC0EF69798A}" destId="{A84BEC13-A404-9D43-AE12-F9178F8598C5}" srcOrd="1" destOrd="0" parTransId="{A91EADC3-21A5-EF48-8ED3-711FDF5621F3}" sibTransId="{A6658304-FCB9-9140-92F8-6EEC2127DC40}"/>
    <dgm:cxn modelId="{66044DCD-7BDD-2D4D-B83A-D5205DD1947E}" type="presOf" srcId="{040FFB5C-CE7F-CA44-8C72-A87632C7790C}" destId="{CE0090D2-A00D-D241-AB32-FE7E5BC6B5B8}" srcOrd="0" destOrd="0" presId="urn:microsoft.com/office/officeart/2008/layout/VerticalCurvedList"/>
    <dgm:cxn modelId="{C3D6BCF6-3234-9B4B-B6A2-80639D253E83}" type="presOf" srcId="{A84BEC13-A404-9D43-AE12-F9178F8598C5}" destId="{40E6E797-9EFD-4C4B-9EDE-9F0848A70058}" srcOrd="0" destOrd="0" presId="urn:microsoft.com/office/officeart/2008/layout/VerticalCurvedList"/>
    <dgm:cxn modelId="{81A0BCE6-6D02-834C-B2EE-187E799C5C29}" type="presParOf" srcId="{058B96C7-DDCF-2C4F-BE9C-8D4BCBC8EEA9}" destId="{A5A1BA1E-1A5D-1C44-B6BE-DAD0449211F5}" srcOrd="0" destOrd="0" presId="urn:microsoft.com/office/officeart/2008/layout/VerticalCurvedList"/>
    <dgm:cxn modelId="{AC7C9C6C-78AE-224B-91AD-763756850D67}" type="presParOf" srcId="{A5A1BA1E-1A5D-1C44-B6BE-DAD0449211F5}" destId="{DEBF7DB7-5EB9-634B-BEE7-3A8D83347CE2}" srcOrd="0" destOrd="0" presId="urn:microsoft.com/office/officeart/2008/layout/VerticalCurvedList"/>
    <dgm:cxn modelId="{0864F31C-CA69-A446-94CE-B62932B817F7}" type="presParOf" srcId="{DEBF7DB7-5EB9-634B-BEE7-3A8D83347CE2}" destId="{A1EC1FE9-D2CA-C749-BC8F-BF55E9DCEFD5}" srcOrd="0" destOrd="0" presId="urn:microsoft.com/office/officeart/2008/layout/VerticalCurvedList"/>
    <dgm:cxn modelId="{0A880E46-9BF6-2E46-9D24-0F50623724CB}" type="presParOf" srcId="{DEBF7DB7-5EB9-634B-BEE7-3A8D83347CE2}" destId="{17B6F55D-9B74-FF4B-B500-DD83B5932E9F}" srcOrd="1" destOrd="0" presId="urn:microsoft.com/office/officeart/2008/layout/VerticalCurvedList"/>
    <dgm:cxn modelId="{1ECB858D-F414-1E4A-9B31-E8EF20EE102E}" type="presParOf" srcId="{DEBF7DB7-5EB9-634B-BEE7-3A8D83347CE2}" destId="{5181896F-C673-3B49-B3D6-C627C1B18FC8}" srcOrd="2" destOrd="0" presId="urn:microsoft.com/office/officeart/2008/layout/VerticalCurvedList"/>
    <dgm:cxn modelId="{96925D07-BF7E-FA4A-9EFA-F7AF7870A3F2}" type="presParOf" srcId="{DEBF7DB7-5EB9-634B-BEE7-3A8D83347CE2}" destId="{0D1C687F-DE5C-2A4B-8612-A7E27D5F6DB3}" srcOrd="3" destOrd="0" presId="urn:microsoft.com/office/officeart/2008/layout/VerticalCurvedList"/>
    <dgm:cxn modelId="{F8B72BDA-B38C-0A47-948F-FF37993C4274}" type="presParOf" srcId="{A5A1BA1E-1A5D-1C44-B6BE-DAD0449211F5}" destId="{CE0090D2-A00D-D241-AB32-FE7E5BC6B5B8}" srcOrd="1" destOrd="0" presId="urn:microsoft.com/office/officeart/2008/layout/VerticalCurvedList"/>
    <dgm:cxn modelId="{DDA4F71B-3108-2440-939C-E8BA0F5CBBDB}" type="presParOf" srcId="{A5A1BA1E-1A5D-1C44-B6BE-DAD0449211F5}" destId="{8E2BE33E-064F-534B-A5C6-EB2D6EE1A8C5}" srcOrd="2" destOrd="0" presId="urn:microsoft.com/office/officeart/2008/layout/VerticalCurvedList"/>
    <dgm:cxn modelId="{53ACFE8C-3786-7447-87D3-7A0736EFA6C9}" type="presParOf" srcId="{8E2BE33E-064F-534B-A5C6-EB2D6EE1A8C5}" destId="{832829F5-3822-CD4A-B26A-DA79B5CD19C5}" srcOrd="0" destOrd="0" presId="urn:microsoft.com/office/officeart/2008/layout/VerticalCurvedList"/>
    <dgm:cxn modelId="{B9585C91-CC33-DF45-8F62-1DD78BF76345}" type="presParOf" srcId="{A5A1BA1E-1A5D-1C44-B6BE-DAD0449211F5}" destId="{40E6E797-9EFD-4C4B-9EDE-9F0848A70058}" srcOrd="3" destOrd="0" presId="urn:microsoft.com/office/officeart/2008/layout/VerticalCurvedList"/>
    <dgm:cxn modelId="{1E9029AF-46B2-4F40-B5B7-10E4152F1E05}" type="presParOf" srcId="{A5A1BA1E-1A5D-1C44-B6BE-DAD0449211F5}" destId="{C2EE4990-9E11-E64E-9FC2-5F4A0B6DBD27}" srcOrd="4" destOrd="0" presId="urn:microsoft.com/office/officeart/2008/layout/VerticalCurvedList"/>
    <dgm:cxn modelId="{B57E6DC5-45EC-EE40-B737-F8E941C59850}" type="presParOf" srcId="{C2EE4990-9E11-E64E-9FC2-5F4A0B6DBD27}" destId="{068B29C8-E193-FF45-B2E7-81D24961FF82}" srcOrd="0" destOrd="0" presId="urn:microsoft.com/office/officeart/2008/layout/VerticalCurvedList"/>
    <dgm:cxn modelId="{0D631DD7-3241-8B47-A0F9-852074DB6CFE}" type="presParOf" srcId="{A5A1BA1E-1A5D-1C44-B6BE-DAD0449211F5}" destId="{99318474-EEF8-E447-BC43-F3C4942790B0}" srcOrd="5" destOrd="0" presId="urn:microsoft.com/office/officeart/2008/layout/VerticalCurvedList"/>
    <dgm:cxn modelId="{20625285-567D-804D-92E1-6340FEBEC84E}" type="presParOf" srcId="{A5A1BA1E-1A5D-1C44-B6BE-DAD0449211F5}" destId="{E6AEF449-827E-4E43-9BEB-05B47C1031E2}" srcOrd="6" destOrd="0" presId="urn:microsoft.com/office/officeart/2008/layout/VerticalCurvedList"/>
    <dgm:cxn modelId="{63BD19C2-7C60-9B49-A9DE-EFD622AEC74A}" type="presParOf" srcId="{E6AEF449-827E-4E43-9BEB-05B47C1031E2}" destId="{CFBC32E2-0D33-754B-B084-A9B56F25731C}" srcOrd="0" destOrd="0" presId="urn:microsoft.com/office/officeart/2008/layout/VerticalCurvedList"/>
    <dgm:cxn modelId="{ACD9F0D9-1799-4B48-AAA1-B1E053C8CC09}" type="presParOf" srcId="{A5A1BA1E-1A5D-1C44-B6BE-DAD0449211F5}" destId="{575FE271-72F7-B048-965D-1A6482142FB2}" srcOrd="7" destOrd="0" presId="urn:microsoft.com/office/officeart/2008/layout/VerticalCurvedList"/>
    <dgm:cxn modelId="{A7175BBA-23CF-3F45-A53C-3A820643A4B4}" type="presParOf" srcId="{A5A1BA1E-1A5D-1C44-B6BE-DAD0449211F5}" destId="{62F4A8C8-FEF9-964F-ADB8-8D576337A7B4}" srcOrd="8" destOrd="0" presId="urn:microsoft.com/office/officeart/2008/layout/VerticalCurvedList"/>
    <dgm:cxn modelId="{58FBDDED-C683-484B-AE6B-67A095DA5254}" type="presParOf" srcId="{62F4A8C8-FEF9-964F-ADB8-8D576337A7B4}" destId="{EC1EB858-8F56-4244-9083-45031D713C5E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EC33DD-CFD0-CC4F-AA89-6D451C4BABC1}">
      <dsp:nvSpPr>
        <dsp:cNvPr id="0" name=""/>
        <dsp:cNvSpPr/>
      </dsp:nvSpPr>
      <dsp:spPr>
        <a:xfrm rot="10800000">
          <a:off x="0" y="0"/>
          <a:ext cx="5343938" cy="1337422"/>
        </a:xfrm>
        <a:prstGeom prst="trapezoid">
          <a:avLst>
            <a:gd name="adj" fmla="val 66595"/>
          </a:avLst>
        </a:prstGeom>
        <a:solidFill>
          <a:schemeClr val="accent6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Cambria Math" panose="02040503050406030204" pitchFamily="18" charset="0"/>
              <a:ea typeface="Cambria Math" panose="02040503050406030204" pitchFamily="18" charset="0"/>
            </a:rPr>
            <a:t>Distance &amp; Angle</a:t>
          </a:r>
        </a:p>
      </dsp:txBody>
      <dsp:txXfrm rot="-10800000">
        <a:off x="935189" y="0"/>
        <a:ext cx="3473560" cy="1337422"/>
      </dsp:txXfrm>
    </dsp:sp>
    <dsp:sp modelId="{E18DA5C5-C9E8-5C4D-9457-E75006E21CFA}">
      <dsp:nvSpPr>
        <dsp:cNvPr id="0" name=""/>
        <dsp:cNvSpPr/>
      </dsp:nvSpPr>
      <dsp:spPr>
        <a:xfrm rot="10800000">
          <a:off x="890656" y="1337423"/>
          <a:ext cx="3562626" cy="1337422"/>
        </a:xfrm>
        <a:prstGeom prst="trapezoid">
          <a:avLst>
            <a:gd name="adj" fmla="val 66595"/>
          </a:avLst>
        </a:prstGeom>
        <a:solidFill>
          <a:schemeClr val="accent6">
            <a:shade val="80000"/>
            <a:hueOff val="-227502"/>
            <a:satOff val="4255"/>
            <a:lumOff val="1356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Cambria Math" panose="02040503050406030204" pitchFamily="18" charset="0"/>
              <a:ea typeface="Cambria Math" panose="02040503050406030204" pitchFamily="18" charset="0"/>
            </a:rPr>
            <a:t>Strength</a:t>
          </a:r>
        </a:p>
      </dsp:txBody>
      <dsp:txXfrm rot="-10800000">
        <a:off x="1514116" y="1337423"/>
        <a:ext cx="2315706" cy="1337422"/>
      </dsp:txXfrm>
    </dsp:sp>
    <dsp:sp modelId="{4E8203A0-F54C-2E4C-B02D-B6AE0C7D38B5}">
      <dsp:nvSpPr>
        <dsp:cNvPr id="0" name=""/>
        <dsp:cNvSpPr/>
      </dsp:nvSpPr>
      <dsp:spPr>
        <a:xfrm rot="10800000">
          <a:off x="1781312" y="2674845"/>
          <a:ext cx="1781313" cy="1337422"/>
        </a:xfrm>
        <a:prstGeom prst="trapezoid">
          <a:avLst>
            <a:gd name="adj" fmla="val 66595"/>
          </a:avLst>
        </a:prstGeom>
        <a:solidFill>
          <a:schemeClr val="accent6">
            <a:shade val="80000"/>
            <a:hueOff val="-455004"/>
            <a:satOff val="8510"/>
            <a:lumOff val="271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Cambria Math" panose="02040503050406030204" pitchFamily="18" charset="0"/>
              <a:ea typeface="Cambria Math" panose="02040503050406030204" pitchFamily="18" charset="0"/>
            </a:rPr>
            <a:t>Flow</a:t>
          </a:r>
          <a:endParaRPr lang="en-US" sz="1600" kern="1200" dirty="0">
            <a:latin typeface="Cambria Math" panose="02040503050406030204" pitchFamily="18" charset="0"/>
            <a:ea typeface="Cambria Math" panose="02040503050406030204" pitchFamily="18" charset="0"/>
          </a:endParaRPr>
        </a:p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>
            <a:latin typeface="Cambria Math" panose="02040503050406030204" pitchFamily="18" charset="0"/>
            <a:ea typeface="Cambria Math" panose="02040503050406030204" pitchFamily="18" charset="0"/>
          </a:endParaRPr>
        </a:p>
      </dsp:txBody>
      <dsp:txXfrm rot="-10800000">
        <a:off x="1781312" y="2674845"/>
        <a:ext cx="1781313" cy="133742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8F7767-9D76-D74C-B4F6-8367B67C5655}">
      <dsp:nvSpPr>
        <dsp:cNvPr id="0" name=""/>
        <dsp:cNvSpPr/>
      </dsp:nvSpPr>
      <dsp:spPr>
        <a:xfrm>
          <a:off x="103277" y="934160"/>
          <a:ext cx="1526975" cy="5032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>
              <a:latin typeface="Cambria Math" panose="02040503050406030204" pitchFamily="18" charset="0"/>
              <a:ea typeface="Cambria Math" panose="02040503050406030204" pitchFamily="18" charset="0"/>
            </a:rPr>
            <a:t>Context</a:t>
          </a:r>
        </a:p>
      </dsp:txBody>
      <dsp:txXfrm>
        <a:off x="103277" y="934160"/>
        <a:ext cx="1526975" cy="503207"/>
      </dsp:txXfrm>
    </dsp:sp>
    <dsp:sp modelId="{816F293A-A91C-8F40-8AB3-BAB2B30A3AE4}">
      <dsp:nvSpPr>
        <dsp:cNvPr id="0" name=""/>
        <dsp:cNvSpPr/>
      </dsp:nvSpPr>
      <dsp:spPr>
        <a:xfrm>
          <a:off x="103277" y="1995252"/>
          <a:ext cx="1526975" cy="942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Cambria Math" panose="02040503050406030204" pitchFamily="18" charset="0"/>
              <a:ea typeface="Cambria Math" panose="02040503050406030204" pitchFamily="18" charset="0"/>
            </a:rPr>
            <a:t>Shot</a:t>
          </a:r>
        </a:p>
      </dsp:txBody>
      <dsp:txXfrm>
        <a:off x="103277" y="1995252"/>
        <a:ext cx="1526975" cy="942765"/>
      </dsp:txXfrm>
    </dsp:sp>
    <dsp:sp modelId="{D273B04F-4B46-3F45-B196-399E9316C74C}">
      <dsp:nvSpPr>
        <dsp:cNvPr id="0" name=""/>
        <dsp:cNvSpPr/>
      </dsp:nvSpPr>
      <dsp:spPr>
        <a:xfrm>
          <a:off x="101542" y="781116"/>
          <a:ext cx="121463" cy="12146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5861DB-A2F3-014C-99A6-7ADB24A4EEA9}">
      <dsp:nvSpPr>
        <dsp:cNvPr id="0" name=""/>
        <dsp:cNvSpPr/>
      </dsp:nvSpPr>
      <dsp:spPr>
        <a:xfrm>
          <a:off x="186567" y="611066"/>
          <a:ext cx="121463" cy="12146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EC4ECD-CA97-CE4F-9B0E-2608A3B4EBF7}">
      <dsp:nvSpPr>
        <dsp:cNvPr id="0" name=""/>
        <dsp:cNvSpPr/>
      </dsp:nvSpPr>
      <dsp:spPr>
        <a:xfrm>
          <a:off x="390626" y="645076"/>
          <a:ext cx="190871" cy="190871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0637ED-0FB0-844C-98EB-F1EC151239E0}">
      <dsp:nvSpPr>
        <dsp:cNvPr id="0" name=""/>
        <dsp:cNvSpPr/>
      </dsp:nvSpPr>
      <dsp:spPr>
        <a:xfrm>
          <a:off x="560676" y="458022"/>
          <a:ext cx="121463" cy="12146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77570C-DFA6-DF47-833A-A123419F060A}">
      <dsp:nvSpPr>
        <dsp:cNvPr id="0" name=""/>
        <dsp:cNvSpPr/>
      </dsp:nvSpPr>
      <dsp:spPr>
        <a:xfrm>
          <a:off x="781740" y="390002"/>
          <a:ext cx="121463" cy="12146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AEC7C6-A444-FC48-868B-04538DAC6B66}">
      <dsp:nvSpPr>
        <dsp:cNvPr id="0" name=""/>
        <dsp:cNvSpPr/>
      </dsp:nvSpPr>
      <dsp:spPr>
        <a:xfrm>
          <a:off x="1053819" y="509037"/>
          <a:ext cx="121463" cy="12146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8B19A6-A1FF-D84F-96E5-D83AB4D04F96}">
      <dsp:nvSpPr>
        <dsp:cNvPr id="0" name=""/>
        <dsp:cNvSpPr/>
      </dsp:nvSpPr>
      <dsp:spPr>
        <a:xfrm>
          <a:off x="1223869" y="594061"/>
          <a:ext cx="190871" cy="190871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940903-73D3-5D4D-B244-B3E609770595}">
      <dsp:nvSpPr>
        <dsp:cNvPr id="0" name=""/>
        <dsp:cNvSpPr/>
      </dsp:nvSpPr>
      <dsp:spPr>
        <a:xfrm>
          <a:off x="1461938" y="781116"/>
          <a:ext cx="121463" cy="12146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0CAA55-6F47-2944-AE9E-44C8F091E207}">
      <dsp:nvSpPr>
        <dsp:cNvPr id="0" name=""/>
        <dsp:cNvSpPr/>
      </dsp:nvSpPr>
      <dsp:spPr>
        <a:xfrm>
          <a:off x="1563968" y="968170"/>
          <a:ext cx="121463" cy="12146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54EC75-EC1B-2649-8141-3397814E38B7}">
      <dsp:nvSpPr>
        <dsp:cNvPr id="0" name=""/>
        <dsp:cNvSpPr/>
      </dsp:nvSpPr>
      <dsp:spPr>
        <a:xfrm>
          <a:off x="679710" y="611066"/>
          <a:ext cx="312335" cy="312335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BB0473-AD50-6546-A1F7-A0245C2B2794}">
      <dsp:nvSpPr>
        <dsp:cNvPr id="0" name=""/>
        <dsp:cNvSpPr/>
      </dsp:nvSpPr>
      <dsp:spPr>
        <a:xfrm>
          <a:off x="16517" y="1257254"/>
          <a:ext cx="121463" cy="12146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1DBABE-4333-1E40-BB33-2E894C3C3266}">
      <dsp:nvSpPr>
        <dsp:cNvPr id="0" name=""/>
        <dsp:cNvSpPr/>
      </dsp:nvSpPr>
      <dsp:spPr>
        <a:xfrm>
          <a:off x="118547" y="1410299"/>
          <a:ext cx="190871" cy="190871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B7DD12-1515-B54A-838B-303DFF6D47B6}">
      <dsp:nvSpPr>
        <dsp:cNvPr id="0" name=""/>
        <dsp:cNvSpPr/>
      </dsp:nvSpPr>
      <dsp:spPr>
        <a:xfrm>
          <a:off x="373621" y="1546339"/>
          <a:ext cx="277631" cy="277631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E30413-9F84-3F4B-9A12-D2E0C905468A}">
      <dsp:nvSpPr>
        <dsp:cNvPr id="0" name=""/>
        <dsp:cNvSpPr/>
      </dsp:nvSpPr>
      <dsp:spPr>
        <a:xfrm>
          <a:off x="730725" y="1767403"/>
          <a:ext cx="121463" cy="12146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0BBD78-3592-A84C-A0BF-A1188DACE844}">
      <dsp:nvSpPr>
        <dsp:cNvPr id="0" name=""/>
        <dsp:cNvSpPr/>
      </dsp:nvSpPr>
      <dsp:spPr>
        <a:xfrm>
          <a:off x="798745" y="1546339"/>
          <a:ext cx="190871" cy="190871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76768D-DAAF-AA48-B6A0-232B793B70B4}">
      <dsp:nvSpPr>
        <dsp:cNvPr id="0" name=""/>
        <dsp:cNvSpPr/>
      </dsp:nvSpPr>
      <dsp:spPr>
        <a:xfrm>
          <a:off x="968794" y="1784408"/>
          <a:ext cx="121463" cy="12146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2F3D60-CDD6-654D-A4BC-D812CFD4663A}">
      <dsp:nvSpPr>
        <dsp:cNvPr id="0" name=""/>
        <dsp:cNvSpPr/>
      </dsp:nvSpPr>
      <dsp:spPr>
        <a:xfrm>
          <a:off x="1121839" y="1512329"/>
          <a:ext cx="277631" cy="277631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BFA759-A705-CF4C-81DE-23BF15D05E53}">
      <dsp:nvSpPr>
        <dsp:cNvPr id="0" name=""/>
        <dsp:cNvSpPr/>
      </dsp:nvSpPr>
      <dsp:spPr>
        <a:xfrm>
          <a:off x="1495948" y="1444309"/>
          <a:ext cx="190871" cy="190871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4811DC-D83C-B74A-8E51-477B16C3EE70}">
      <dsp:nvSpPr>
        <dsp:cNvPr id="0" name=""/>
        <dsp:cNvSpPr/>
      </dsp:nvSpPr>
      <dsp:spPr>
        <a:xfrm>
          <a:off x="1686820" y="644793"/>
          <a:ext cx="560563" cy="1070176"/>
        </a:xfrm>
        <a:prstGeom prst="chevron">
          <a:avLst>
            <a:gd name="adj" fmla="val 62310"/>
          </a:avLst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0B8183-0D2F-DF44-8D00-C27AC5D0D8D3}">
      <dsp:nvSpPr>
        <dsp:cNvPr id="0" name=""/>
        <dsp:cNvSpPr/>
      </dsp:nvSpPr>
      <dsp:spPr>
        <a:xfrm>
          <a:off x="2145463" y="644793"/>
          <a:ext cx="560563" cy="1070176"/>
        </a:xfrm>
        <a:prstGeom prst="chevron">
          <a:avLst>
            <a:gd name="adj" fmla="val 62310"/>
          </a:avLst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AA0BBE-BCFA-D44F-90FB-476AADBE5AA9}">
      <dsp:nvSpPr>
        <dsp:cNvPr id="0" name=""/>
        <dsp:cNvSpPr/>
      </dsp:nvSpPr>
      <dsp:spPr>
        <a:xfrm>
          <a:off x="2820687" y="568873"/>
          <a:ext cx="1299488" cy="1299488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>
              <a:latin typeface="Cambria Math" panose="02040503050406030204" pitchFamily="18" charset="0"/>
              <a:ea typeface="Cambria Math" panose="02040503050406030204" pitchFamily="18" charset="0"/>
            </a:rPr>
            <a:t>%</a:t>
          </a:r>
        </a:p>
      </dsp:txBody>
      <dsp:txXfrm>
        <a:off x="3010993" y="759179"/>
        <a:ext cx="918876" cy="918876"/>
      </dsp:txXfrm>
    </dsp:sp>
    <dsp:sp modelId="{4EBC0328-9BF7-B64D-B47A-287C092CFA26}">
      <dsp:nvSpPr>
        <dsp:cNvPr id="0" name=""/>
        <dsp:cNvSpPr/>
      </dsp:nvSpPr>
      <dsp:spPr>
        <a:xfrm>
          <a:off x="2706026" y="1995252"/>
          <a:ext cx="1528809" cy="942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Cambria Math" panose="02040503050406030204" pitchFamily="18" charset="0"/>
              <a:ea typeface="Cambria Math" panose="02040503050406030204" pitchFamily="18" charset="0"/>
            </a:rPr>
            <a:t>Likelihood of Goal</a:t>
          </a:r>
        </a:p>
      </dsp:txBody>
      <dsp:txXfrm>
        <a:off x="2706026" y="1995252"/>
        <a:ext cx="1528809" cy="94276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46F063-5E9F-AE44-BF5F-363E28ADAC7D}">
      <dsp:nvSpPr>
        <dsp:cNvPr id="0" name=""/>
        <dsp:cNvSpPr/>
      </dsp:nvSpPr>
      <dsp:spPr>
        <a:xfrm rot="16200000">
          <a:off x="337" y="774567"/>
          <a:ext cx="3869531" cy="3869531"/>
        </a:xfrm>
        <a:prstGeom prst="upArrow">
          <a:avLst>
            <a:gd name="adj1" fmla="val 50000"/>
            <a:gd name="adj2" fmla="val 35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4264" tIns="334264" rIns="334264" bIns="334264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 dirty="0" err="1">
              <a:latin typeface="Cambria Math" panose="02040503050406030204" pitchFamily="18" charset="0"/>
              <a:ea typeface="Cambria Math" panose="02040503050406030204" pitchFamily="18" charset="0"/>
            </a:rPr>
            <a:t>GSAx</a:t>
          </a:r>
          <a:endParaRPr lang="en-US" sz="4700" kern="1200" dirty="0">
            <a:latin typeface="Cambria Math" panose="02040503050406030204" pitchFamily="18" charset="0"/>
            <a:ea typeface="Cambria Math" panose="02040503050406030204" pitchFamily="18" charset="0"/>
          </a:endParaRPr>
        </a:p>
      </dsp:txBody>
      <dsp:txXfrm rot="5400000">
        <a:off x="677505" y="1741950"/>
        <a:ext cx="3192363" cy="1934765"/>
      </dsp:txXfrm>
    </dsp:sp>
    <dsp:sp modelId="{9C10A820-FACF-234B-8DFC-DD4B055B3BED}">
      <dsp:nvSpPr>
        <dsp:cNvPr id="0" name=""/>
        <dsp:cNvSpPr/>
      </dsp:nvSpPr>
      <dsp:spPr>
        <a:xfrm rot="5400000">
          <a:off x="4258130" y="774567"/>
          <a:ext cx="3869531" cy="3869531"/>
        </a:xfrm>
        <a:prstGeom prst="upArrow">
          <a:avLst>
            <a:gd name="adj1" fmla="val 50000"/>
            <a:gd name="adj2" fmla="val 35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4264" tIns="334264" rIns="334264" bIns="334264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 dirty="0">
              <a:latin typeface="Cambria Math" panose="02040503050406030204" pitchFamily="18" charset="0"/>
              <a:ea typeface="Cambria Math" panose="02040503050406030204" pitchFamily="18" charset="0"/>
            </a:rPr>
            <a:t>Team Play</a:t>
          </a:r>
        </a:p>
      </dsp:txBody>
      <dsp:txXfrm rot="-5400000">
        <a:off x="4258130" y="1741950"/>
        <a:ext cx="3192363" cy="193476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2CB8AC-FAB3-F346-A88D-1B9D0327C2E1}">
      <dsp:nvSpPr>
        <dsp:cNvPr id="0" name=""/>
        <dsp:cNvSpPr/>
      </dsp:nvSpPr>
      <dsp:spPr>
        <a:xfrm>
          <a:off x="0" y="707119"/>
          <a:ext cx="10701215" cy="121038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0533" tIns="604012" rIns="830533" bIns="206248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 dirty="0">
              <a:latin typeface="Cambria Math" panose="02040503050406030204" pitchFamily="18" charset="0"/>
              <a:ea typeface="Cambria Math" panose="02040503050406030204" pitchFamily="18" charset="0"/>
            </a:rPr>
            <a:t>Do goalies experience waves of success?</a:t>
          </a:r>
        </a:p>
      </dsp:txBody>
      <dsp:txXfrm>
        <a:off x="0" y="707119"/>
        <a:ext cx="10701215" cy="1210387"/>
      </dsp:txXfrm>
    </dsp:sp>
    <dsp:sp modelId="{99F420EA-2C5E-B942-9CAD-2D6AE567E7E0}">
      <dsp:nvSpPr>
        <dsp:cNvPr id="0" name=""/>
        <dsp:cNvSpPr/>
      </dsp:nvSpPr>
      <dsp:spPr>
        <a:xfrm>
          <a:off x="535060" y="279079"/>
          <a:ext cx="7490851" cy="85608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3136" tIns="0" rIns="283136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>
              <a:latin typeface="Cambria Math" panose="02040503050406030204" pitchFamily="18" charset="0"/>
              <a:ea typeface="Cambria Math" panose="02040503050406030204" pitchFamily="18" charset="0"/>
            </a:rPr>
            <a:t>1. Seasonality</a:t>
          </a:r>
        </a:p>
      </dsp:txBody>
      <dsp:txXfrm>
        <a:off x="576850" y="320869"/>
        <a:ext cx="7407271" cy="772500"/>
      </dsp:txXfrm>
    </dsp:sp>
    <dsp:sp modelId="{CD845044-F747-B04B-9159-2DEE48AEE3A6}">
      <dsp:nvSpPr>
        <dsp:cNvPr id="0" name=""/>
        <dsp:cNvSpPr/>
      </dsp:nvSpPr>
      <dsp:spPr>
        <a:xfrm>
          <a:off x="0" y="2502147"/>
          <a:ext cx="10701215" cy="121038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0533" tIns="604012" rIns="830533" bIns="206248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 dirty="0">
              <a:latin typeface="Cambria Math" panose="02040503050406030204" pitchFamily="18" charset="0"/>
              <a:ea typeface="Cambria Math" panose="02040503050406030204" pitchFamily="18" charset="0"/>
            </a:rPr>
            <a:t>How related is goalie performance to team play?</a:t>
          </a:r>
        </a:p>
      </dsp:txBody>
      <dsp:txXfrm>
        <a:off x="0" y="2502147"/>
        <a:ext cx="10701215" cy="1210387"/>
      </dsp:txXfrm>
    </dsp:sp>
    <dsp:sp modelId="{DDCCE1A0-0CAB-994A-89C0-358F28BCC009}">
      <dsp:nvSpPr>
        <dsp:cNvPr id="0" name=""/>
        <dsp:cNvSpPr/>
      </dsp:nvSpPr>
      <dsp:spPr>
        <a:xfrm>
          <a:off x="535060" y="2074107"/>
          <a:ext cx="7490851" cy="85608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3136" tIns="0" rIns="283136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>
              <a:latin typeface="Cambria Math" panose="02040503050406030204" pitchFamily="18" charset="0"/>
              <a:ea typeface="Cambria Math" panose="02040503050406030204" pitchFamily="18" charset="0"/>
            </a:rPr>
            <a:t>2. Independence</a:t>
          </a:r>
        </a:p>
      </dsp:txBody>
      <dsp:txXfrm>
        <a:off x="576850" y="2115897"/>
        <a:ext cx="7407271" cy="772500"/>
      </dsp:txXfrm>
    </dsp:sp>
    <dsp:sp modelId="{27711805-C86C-7F44-B2C2-751B0586154D}">
      <dsp:nvSpPr>
        <dsp:cNvPr id="0" name=""/>
        <dsp:cNvSpPr/>
      </dsp:nvSpPr>
      <dsp:spPr>
        <a:xfrm>
          <a:off x="0" y="4297174"/>
          <a:ext cx="10701215" cy="121038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0533" tIns="604012" rIns="830533" bIns="206248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 dirty="0">
              <a:latin typeface="Cambria Math" panose="02040503050406030204" pitchFamily="18" charset="0"/>
              <a:ea typeface="Cambria Math" panose="02040503050406030204" pitchFamily="18" charset="0"/>
            </a:rPr>
            <a:t>How do goalies with different circumstances compare?</a:t>
          </a:r>
        </a:p>
      </dsp:txBody>
      <dsp:txXfrm>
        <a:off x="0" y="4297174"/>
        <a:ext cx="10701215" cy="1210387"/>
      </dsp:txXfrm>
    </dsp:sp>
    <dsp:sp modelId="{4202EF24-ED58-BB46-B692-D64B551209AB}">
      <dsp:nvSpPr>
        <dsp:cNvPr id="0" name=""/>
        <dsp:cNvSpPr/>
      </dsp:nvSpPr>
      <dsp:spPr>
        <a:xfrm>
          <a:off x="535060" y="3869134"/>
          <a:ext cx="7490851" cy="85608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3136" tIns="0" rIns="283136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>
              <a:latin typeface="Cambria Math" panose="02040503050406030204" pitchFamily="18" charset="0"/>
              <a:ea typeface="Cambria Math" panose="02040503050406030204" pitchFamily="18" charset="0"/>
            </a:rPr>
            <a:t>3. Comparison</a:t>
          </a:r>
        </a:p>
      </dsp:txBody>
      <dsp:txXfrm>
        <a:off x="576850" y="3910924"/>
        <a:ext cx="7407271" cy="7725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B6F55D-9B74-FF4B-B500-DD83B5932E9F}">
      <dsp:nvSpPr>
        <dsp:cNvPr id="0" name=""/>
        <dsp:cNvSpPr/>
      </dsp:nvSpPr>
      <dsp:spPr>
        <a:xfrm>
          <a:off x="-6126981" y="-937410"/>
          <a:ext cx="7293488" cy="7293488"/>
        </a:xfrm>
        <a:prstGeom prst="blockArc">
          <a:avLst>
            <a:gd name="adj1" fmla="val 18900000"/>
            <a:gd name="adj2" fmla="val 2700000"/>
            <a:gd name="adj3" fmla="val 296"/>
          </a:avLst>
        </a:prstGeom>
        <a:noFill/>
        <a:ln w="1905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0090D2-A00D-D241-AB32-FE7E5BC6B5B8}">
      <dsp:nvSpPr>
        <dsp:cNvPr id="0" name=""/>
        <dsp:cNvSpPr/>
      </dsp:nvSpPr>
      <dsp:spPr>
        <a:xfrm>
          <a:off x="610504" y="416587"/>
          <a:ext cx="7440913" cy="83360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1676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Cambria Math" panose="02040503050406030204" pitchFamily="18" charset="0"/>
              <a:ea typeface="Cambria Math" panose="02040503050406030204" pitchFamily="18" charset="0"/>
            </a:rPr>
            <a:t>No plausible seasonality.</a:t>
          </a:r>
        </a:p>
      </dsp:txBody>
      <dsp:txXfrm>
        <a:off x="610504" y="416587"/>
        <a:ext cx="7440913" cy="833607"/>
      </dsp:txXfrm>
    </dsp:sp>
    <dsp:sp modelId="{832829F5-3822-CD4A-B26A-DA79B5CD19C5}">
      <dsp:nvSpPr>
        <dsp:cNvPr id="0" name=""/>
        <dsp:cNvSpPr/>
      </dsp:nvSpPr>
      <dsp:spPr>
        <a:xfrm>
          <a:off x="89500" y="312386"/>
          <a:ext cx="1042009" cy="10420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E6E797-9EFD-4C4B-9EDE-9F0848A70058}">
      <dsp:nvSpPr>
        <dsp:cNvPr id="0" name=""/>
        <dsp:cNvSpPr/>
      </dsp:nvSpPr>
      <dsp:spPr>
        <a:xfrm>
          <a:off x="1088431" y="1667215"/>
          <a:ext cx="6962986" cy="83360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1676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Cambria Math" panose="02040503050406030204" pitchFamily="18" charset="0"/>
              <a:ea typeface="Cambria Math" panose="02040503050406030204" pitchFamily="18" charset="0"/>
            </a:rPr>
            <a:t>Visible trend changes at trade.</a:t>
          </a:r>
        </a:p>
      </dsp:txBody>
      <dsp:txXfrm>
        <a:off x="1088431" y="1667215"/>
        <a:ext cx="6962986" cy="833607"/>
      </dsp:txXfrm>
    </dsp:sp>
    <dsp:sp modelId="{068B29C8-E193-FF45-B2E7-81D24961FF82}">
      <dsp:nvSpPr>
        <dsp:cNvPr id="0" name=""/>
        <dsp:cNvSpPr/>
      </dsp:nvSpPr>
      <dsp:spPr>
        <a:xfrm>
          <a:off x="567426" y="1563014"/>
          <a:ext cx="1042009" cy="10420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318474-EEF8-E447-BC43-F3C4942790B0}">
      <dsp:nvSpPr>
        <dsp:cNvPr id="0" name=""/>
        <dsp:cNvSpPr/>
      </dsp:nvSpPr>
      <dsp:spPr>
        <a:xfrm>
          <a:off x="1088431" y="2917843"/>
          <a:ext cx="6962986" cy="83360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1676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Cambria Math" panose="02040503050406030204" pitchFamily="18" charset="0"/>
              <a:ea typeface="Cambria Math" panose="02040503050406030204" pitchFamily="18" charset="0"/>
            </a:rPr>
            <a:t>Splitting at trade changes selection.</a:t>
          </a:r>
        </a:p>
      </dsp:txBody>
      <dsp:txXfrm>
        <a:off x="1088431" y="2917843"/>
        <a:ext cx="6962986" cy="833607"/>
      </dsp:txXfrm>
    </dsp:sp>
    <dsp:sp modelId="{CFBC32E2-0D33-754B-B084-A9B56F25731C}">
      <dsp:nvSpPr>
        <dsp:cNvPr id="0" name=""/>
        <dsp:cNvSpPr/>
      </dsp:nvSpPr>
      <dsp:spPr>
        <a:xfrm>
          <a:off x="567426" y="2813642"/>
          <a:ext cx="1042009" cy="10420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5FE271-72F7-B048-965D-1A6482142FB2}">
      <dsp:nvSpPr>
        <dsp:cNvPr id="0" name=""/>
        <dsp:cNvSpPr/>
      </dsp:nvSpPr>
      <dsp:spPr>
        <a:xfrm>
          <a:off x="610504" y="4168472"/>
          <a:ext cx="7440913" cy="83360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1676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Cambria Math" panose="02040503050406030204" pitchFamily="18" charset="0"/>
              <a:ea typeface="Cambria Math" panose="02040503050406030204" pitchFamily="18" charset="0"/>
            </a:rPr>
            <a:t>Need CCF/lagged predictors.</a:t>
          </a:r>
        </a:p>
      </dsp:txBody>
      <dsp:txXfrm>
        <a:off x="610504" y="4168472"/>
        <a:ext cx="7440913" cy="833607"/>
      </dsp:txXfrm>
    </dsp:sp>
    <dsp:sp modelId="{EC1EB858-8F56-4244-9083-45031D713C5E}">
      <dsp:nvSpPr>
        <dsp:cNvPr id="0" name=""/>
        <dsp:cNvSpPr/>
      </dsp:nvSpPr>
      <dsp:spPr>
        <a:xfrm>
          <a:off x="89500" y="4064271"/>
          <a:ext cx="1042009" cy="10420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RandomtoResultProcess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fallback" val="2D"/>
          <dgm:param type="nodeVertAlign" val="t"/>
        </dgm:alg>
      </dgm:if>
      <dgm:else name="Name3">
        <dgm:alg type="lin">
          <dgm:param type="fallback" val="2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arrow1">
  <dgm:title val=""/>
  <dgm:desc val=""/>
  <dgm:catLst>
    <dgm:cat type="relationship" pri="7000"/>
    <dgm:cat type="process" pri="3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0.1"/>
          <dgm:constr type="diam" refType="w" refFor="ch" refPtType="node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24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2"/>
        </dgm:constrLst>
      </dgm:if>
      <dgm:if name="Name13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15"/>
        </dgm:constrLst>
      </dgm:if>
      <dgm:if name="Name14" axis="ch" ptType="node" func="cnt" op="equ" val="10">
        <dgm:constrLst>
          <dgm:constr type="primFontSz" for="ch" ptType="node" op="lte" val="65"/>
          <dgm:constr type="w" for="ch" ptType="node" refType="w"/>
          <dgm:constr type="h" for="ch" ptType="node" refType="w" refFor="ch" refPtType="node"/>
          <dgm:constr type="sibSp" refType="w" refFor="ch" refPtType="node" fact="-0.24"/>
        </dgm:constrLst>
      </dgm:if>
      <dgm:else name="Name15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35"/>
        </dgm:constrLst>
      </dgm:else>
    </dgm:choose>
    <dgm:ruleLst/>
    <dgm:forEach name="Name16" axis="ch" ptType="node">
      <dgm:layoutNode name="arrow">
        <dgm:varLst>
          <dgm:bulletEnabled val="1"/>
        </dgm:varLst>
        <dgm:alg type="tx"/>
        <dgm:shape xmlns:r="http://schemas.openxmlformats.org/officeDocument/2006/relationships" type="up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45A381-7B0D-FA47-B45A-5742BCADC568}" type="datetimeFigureOut">
              <a:rPr lang="en-US" smtClean="0"/>
              <a:t>4/1/26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476FC0-9A52-EA4E-A147-2C8518D5A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93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476FC0-9A52-EA4E-A147-2C8518D5A6B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2613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476FC0-9A52-EA4E-A147-2C8518D5A6B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7169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C6876-C5F6-C848-9706-E462062BCA22}" type="datetimeFigureOut">
              <a:rPr lang="en-US" smtClean="0"/>
              <a:t>4/1/26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5ECA0-D4FA-424F-AE36-1F9D120E4A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971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C6876-C5F6-C848-9706-E462062BCA22}" type="datetimeFigureOut">
              <a:rPr lang="en-US" smtClean="0"/>
              <a:t>4/1/26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5ECA0-D4FA-424F-AE36-1F9D120E4A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021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C6876-C5F6-C848-9706-E462062BCA22}" type="datetimeFigureOut">
              <a:rPr lang="en-US" smtClean="0"/>
              <a:t>4/1/26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5ECA0-D4FA-424F-AE36-1F9D120E4A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0382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C6876-C5F6-C848-9706-E462062BCA22}" type="datetimeFigureOut">
              <a:rPr lang="en-US" smtClean="0"/>
              <a:t>4/1/26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5ECA0-D4FA-424F-AE36-1F9D120E4A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3814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C6876-C5F6-C848-9706-E462062BCA22}" type="datetimeFigureOut">
              <a:rPr lang="en-US" smtClean="0"/>
              <a:t>4/1/26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5ECA0-D4FA-424F-AE36-1F9D120E4A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072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C6876-C5F6-C848-9706-E462062BCA22}" type="datetimeFigureOut">
              <a:rPr lang="en-US" smtClean="0"/>
              <a:t>4/1/26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5ECA0-D4FA-424F-AE36-1F9D120E4A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587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C6876-C5F6-C848-9706-E462062BCA22}" type="datetimeFigureOut">
              <a:rPr lang="en-US" smtClean="0"/>
              <a:t>4/1/26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5ECA0-D4FA-424F-AE36-1F9D120E4A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206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C6876-C5F6-C848-9706-E462062BCA22}" type="datetimeFigureOut">
              <a:rPr lang="en-US" smtClean="0"/>
              <a:t>4/1/26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5ECA0-D4FA-424F-AE36-1F9D120E4A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503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C6876-C5F6-C848-9706-E462062BCA22}" type="datetimeFigureOut">
              <a:rPr lang="en-US" smtClean="0"/>
              <a:t>4/1/26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5ECA0-D4FA-424F-AE36-1F9D120E4A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03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C6876-C5F6-C848-9706-E462062BCA22}" type="datetimeFigureOut">
              <a:rPr lang="en-US" smtClean="0"/>
              <a:t>4/1/26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5ECA0-D4FA-424F-AE36-1F9D120E4A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68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C6876-C5F6-C848-9706-E462062BCA22}" type="datetimeFigureOut">
              <a:rPr lang="en-US" smtClean="0"/>
              <a:t>4/1/26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5ECA0-D4FA-424F-AE36-1F9D120E4A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411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1BCC6876-C5F6-C848-9706-E462062BCA22}" type="datetimeFigureOut">
              <a:rPr lang="en-US" smtClean="0"/>
              <a:t>4/1/26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3065ECA0-D4FA-424F-AE36-1F9D120E4A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25746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FB77E-FA52-D8E1-77B9-CC6A6D1ECA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37745"/>
            <a:ext cx="9144000" cy="158251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cs typeface="Tahoma" panose="020B0604030504040204" pitchFamily="34" charset="0"/>
              </a:rPr>
              <a:t>Can we accurately predict free agent skaters’ contracts?</a:t>
            </a:r>
          </a:p>
        </p:txBody>
      </p:sp>
    </p:spTree>
    <p:extLst>
      <p:ext uri="{BB962C8B-B14F-4D97-AF65-F5344CB8AC3E}">
        <p14:creationId xmlns:p14="http://schemas.microsoft.com/office/powerpoint/2010/main" val="3728418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BB079-93E6-41BA-B318-460ECF903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0D55F-47B2-2BB8-0952-DA4C73183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0949"/>
            <a:ext cx="10515600" cy="1325563"/>
          </a:xfrm>
          <a:ln w="76200">
            <a:solidFill>
              <a:schemeClr val="accent6">
                <a:lumMod val="75000"/>
              </a:schemeClr>
            </a:solidFill>
          </a:ln>
        </p:spPr>
        <p:txBody>
          <a:bodyPr>
            <a:noAutofit/>
          </a:bodyPr>
          <a:lstStyle/>
          <a:p>
            <a:pPr algn="ctr"/>
            <a:r>
              <a:rPr lang="en-US" sz="4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What are expected goals (xG)?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1C0A5B25-91BC-3AA2-440B-27F23ACEEA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7802549"/>
              </p:ext>
            </p:extLst>
          </p:nvPr>
        </p:nvGraphicFramePr>
        <p:xfrm>
          <a:off x="6009861" y="2226362"/>
          <a:ext cx="5343939" cy="40122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4FF9B08D-306F-F869-3628-6B370F89F357}"/>
              </a:ext>
            </a:extLst>
          </p:cNvPr>
          <p:cNvGraphicFramePr/>
          <p:nvPr/>
        </p:nvGraphicFramePr>
        <p:xfrm>
          <a:off x="1427993" y="2568487"/>
          <a:ext cx="4251354" cy="33280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585138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7BFAC-870F-7664-C862-E5D6E4440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8924F877-0543-1A66-DFF7-83503DA66D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37991203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76607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49348E7-D367-8F16-7D56-453B127CD1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86181738"/>
              </p:ext>
            </p:extLst>
          </p:nvPr>
        </p:nvGraphicFramePr>
        <p:xfrm>
          <a:off x="745392" y="535679"/>
          <a:ext cx="10701216" cy="57866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59905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99D2C73-08B0-4F6B-A8E9-4651E6BDBE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8DB88C-7EF2-487C-85D1-848F61F13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4942BE-2B89-ABFE-5BC6-F95223FC79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959" r="23799" b="-1"/>
          <a:stretch>
            <a:fillRect/>
          </a:stretch>
        </p:blipFill>
        <p:spPr>
          <a:xfrm>
            <a:off x="643467" y="643467"/>
            <a:ext cx="5372099" cy="55710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EEB2ACF-3CFE-8D90-842E-2B6AD4AF94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750" r="8883" b="-2"/>
          <a:stretch>
            <a:fillRect/>
          </a:stretch>
        </p:blipFill>
        <p:spPr>
          <a:xfrm>
            <a:off x="6176432" y="643467"/>
            <a:ext cx="5372100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201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graph of different types of graphs&#10;&#10;AI-generated content may be incorrect.">
            <a:extLst>
              <a:ext uri="{FF2B5EF4-FFF2-40B4-BE49-F238E27FC236}">
                <a16:creationId xmlns:a16="http://schemas.microsoft.com/office/drawing/2014/main" id="{777DC2B7-5168-0200-D503-ED70536E1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7549" y="643467"/>
            <a:ext cx="7096902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260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aph of different types of career&#10;&#10;AI-generated content may be incorrect.">
            <a:extLst>
              <a:ext uri="{FF2B5EF4-FFF2-40B4-BE49-F238E27FC236}">
                <a16:creationId xmlns:a16="http://schemas.microsoft.com/office/drawing/2014/main" id="{D30D63EA-BA3F-A045-9934-AD4658FBB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1130" y="643467"/>
            <a:ext cx="7029739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715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EE498C-F80B-F67D-C3CF-E2DA53769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C84FD3C-8962-3D04-44DD-4CE449289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055DF2-1ED3-7FFA-5BDF-923D7F6C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comparison of a graph&#10;&#10;AI-generated content may be incorrect.">
            <a:extLst>
              <a:ext uri="{FF2B5EF4-FFF2-40B4-BE49-F238E27FC236}">
                <a16:creationId xmlns:a16="http://schemas.microsoft.com/office/drawing/2014/main" id="{9ADF6BB7-FEA8-0DC7-D753-6EE39ECB5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482" y="792606"/>
            <a:ext cx="9085036" cy="527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924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84E002-9925-B814-2C65-C6F71B7D2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FB10A86-8B4F-0915-337D-2536EA10F8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26EA7F-7A0B-5F38-F2CA-FB946F475A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omparison of a graph&#10;&#10;AI-generated content may be incorrect.">
            <a:extLst>
              <a:ext uri="{FF2B5EF4-FFF2-40B4-BE49-F238E27FC236}">
                <a16:creationId xmlns:a16="http://schemas.microsoft.com/office/drawing/2014/main" id="{6234AE35-EAA1-DD0D-943E-2C902A647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625" y="768324"/>
            <a:ext cx="9048750" cy="5321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171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0D2363-10C8-316C-4C02-D332D089D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B81C1-4DB1-1493-5798-8DEBC7780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A114D6-81B4-9ACF-37EE-FAD65C1AC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math equations with black text&#10;&#10;AI-generated content may be incorrect.">
            <a:extLst>
              <a:ext uri="{FF2B5EF4-FFF2-40B4-BE49-F238E27FC236}">
                <a16:creationId xmlns:a16="http://schemas.microsoft.com/office/drawing/2014/main" id="{F6ABC7BD-7BA9-7819-76C5-112B2815D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826" y="1627414"/>
            <a:ext cx="8836348" cy="3603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859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633464-C9FB-F6E0-D2B2-96B3D6B13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753232C-F241-B8B7-618D-D4D7727347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4072BE-47F6-90BE-5374-433CCBAEC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9FF42143-9AE0-EEEC-32DA-046CA5FFF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607" y="824230"/>
            <a:ext cx="10416786" cy="2535464"/>
          </a:xfrm>
          <a:prstGeom prst="rect">
            <a:avLst/>
          </a:prstGeom>
        </p:spPr>
      </p:pic>
      <p:pic>
        <p:nvPicPr>
          <p:cNvPr id="5" name="Picture 4" descr="A table with numbers and a few letters&#10;&#10;AI-generated content may be incorrect.">
            <a:extLst>
              <a:ext uri="{FF2B5EF4-FFF2-40B4-BE49-F238E27FC236}">
                <a16:creationId xmlns:a16="http://schemas.microsoft.com/office/drawing/2014/main" id="{95DB2C40-65A9-5CFB-3BEE-1C591EB3D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5677" y="3359694"/>
            <a:ext cx="9758716" cy="2604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4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C30563-09E3-A091-3150-E181ED2E9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DB702B8-B4CD-7A5B-A53E-24DBE38720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391D3E-5CDD-ACBB-52AB-671277DF2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624FBCB6-44D1-F5F9-8F09-D609FC8C3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714" y="810714"/>
            <a:ext cx="9954571" cy="2437854"/>
          </a:xfrm>
          <a:prstGeom prst="rect">
            <a:avLst/>
          </a:prstGeom>
        </p:spPr>
      </p:pic>
      <p:pic>
        <p:nvPicPr>
          <p:cNvPr id="11" name="Picture 10" descr="A table with numbers and a few letters&#10;&#10;AI-generated content may be incorrect.">
            <a:extLst>
              <a:ext uri="{FF2B5EF4-FFF2-40B4-BE49-F238E27FC236}">
                <a16:creationId xmlns:a16="http://schemas.microsoft.com/office/drawing/2014/main" id="{4C308FBA-90C0-F9D7-5443-24360E067D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3909" y="3307349"/>
            <a:ext cx="8160042" cy="2437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1842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3DA119-7D3C-E19A-3001-334004E57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AE6E62E-97E7-8514-773D-DB9A913085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153100-8081-880C-B26C-A06C9D78F8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table with numbers and a number of objects&#10;&#10;AI-generated content may be incorrect.">
            <a:extLst>
              <a:ext uri="{FF2B5EF4-FFF2-40B4-BE49-F238E27FC236}">
                <a16:creationId xmlns:a16="http://schemas.microsoft.com/office/drawing/2014/main" id="{84BDD53A-D1B5-4A69-ABD4-FE2A27B2E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12" y="999308"/>
            <a:ext cx="10723038" cy="4859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0240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0680EA-772B-CF27-E2A9-4C7442723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832B380-80DB-C162-9B10-5364A834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137F95-2783-E104-8716-F41EBBA6D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290FA7-C20E-B7F0-AB1C-9B676D7E8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12" y="967467"/>
            <a:ext cx="10618375" cy="4923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5230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45F9D-E040-1F6D-7C88-3CF2A3FDF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29C06A8-015B-CCD3-566E-FBFB16E9C5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45228971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81123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2281</TotalTime>
  <Words>88</Words>
  <Application>Microsoft Macintosh PowerPoint</Application>
  <PresentationFormat>Widescreen</PresentationFormat>
  <Paragraphs>23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Cambria Math</vt:lpstr>
      <vt:lpstr>Office Theme</vt:lpstr>
      <vt:lpstr>Can we accurately predict free agent skaters’ contracts?</vt:lpstr>
      <vt:lpstr>What are expected goals (xG)?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Rento Saijo</dc:creator>
  <cp:lastModifiedBy>Rento Saijo</cp:lastModifiedBy>
  <cp:revision>53</cp:revision>
  <dcterms:created xsi:type="dcterms:W3CDTF">2025-10-15T20:32:50Z</dcterms:created>
  <dcterms:modified xsi:type="dcterms:W3CDTF">2026-04-01T16:50:41Z</dcterms:modified>
</cp:coreProperties>
</file>